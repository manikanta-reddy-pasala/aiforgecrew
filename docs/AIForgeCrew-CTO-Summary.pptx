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platform you run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ticket becomes a merge request. A question becomes work on the filesystem. Both on hardware you own.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One Python service, one port, one folder of state. No database to operate, no vendor account inside the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tools the chat agent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specialised agent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3A3A3A"/>
                </a:solidFill>
                <a:latin typeface="Segoe UI"/>
              </a:rPr>
              <a:t>71,204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lines of production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findings of any kind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Ticket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or GitLab issue picked up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by the 19-role pipeline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50008" y="3108960"/>
            <a:ext cx="374904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5967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Chat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ask, plan or delegate — the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agent works your filesystem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9047" y="3108960"/>
            <a:ext cx="1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65006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Schedule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recurring jobs and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with no human in the loop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099048" y="3108960"/>
            <a:ext cx="3749038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34670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FastAPI process  ·  port 8799  ·  React UI, REST and streaming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engine  ·  agent pipeline  ·  memory  ·  integrations  ·  job scheduler — every one of them a library inside the same 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913632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6928" y="4151376"/>
            <a:ext cx="11064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· vLLM · mlx on your own hardware, or a cloud key you supply — the product ships with neither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2803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it replaces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9043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per-seat coding assistant whose vendor sees your source.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8286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vector-database stack an agent platform usually drags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82803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it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290439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Python 3.12 and one model endpoint. No GPU required, no torch, no Postgres, no Neo4j, no message broker.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8" y="4828032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Where it runs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29043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laptop, a NUC or server under systemd, or a container — the same single command in each.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the work actually gets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Nineteen specialised roles driving the same tool surface, instead of one model doing everything.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Context gatherers run in parallel: researcher, a tree-sitter and PageRank repo map, and a conventions reader.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33471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16351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82894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65774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17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197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81740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64620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139696"/>
            <a:ext cx="11064240" cy="93268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— up to four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fixes, all building against one spec written up front and reconciled at the end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0008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7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7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48086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65006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11064240" cy="47548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Merge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objectives, results and learnings the Learner writes are model-verified before they are saved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4515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Three chat modes, one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Simple writes, Plan is read-only, Team runs the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Plain-text reasoning, so any model drives it — no vendor function-calling required.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5968" y="4645152"/>
            <a:ext cx="3566160" cy="141185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A library that grows itself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Rules, skills and workflows are files the agent writes and reuses.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nightly sweep merges near-duplicates, so the prompt does not bloat by accretion.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8" y="464515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Integrations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Jira 21 tools, Confluence 14, GitLab 10, plus GitHub, email and any MCP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tool with no credentials hides itself instead of failing a turn.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— containment, not policy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Self-hosted. Prompts go only to the endpoint you set; nothing phones home.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 is on the slide on purpose: this is a guard, not a sandbox — an OS egress firewall is still the outer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hotspots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security rating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unverified TLS calls in the 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telemetry in a default install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103120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The incident that set the bar: a fetch refused by the tool was rerouted through a shell curl, then through a notebook cell — and it worked.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A boundary you can walk around by changing transport is a suggestion, so the policy now sits under all three transports.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Tool call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web · browser · Jira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GitLab · email · MCP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65376" y="3438144"/>
            <a:ext cx="2615184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5584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Shell command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curl · wget · nc · ssh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scp · aws · git push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480560" y="3438144"/>
            <a:ext cx="17373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4476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Notebook cell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in-kernel getaddrinfo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connect guard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480560" y="3438144"/>
            <a:ext cx="296265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639312"/>
            <a:ext cx="8183879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One policy module  ·  net/egress.py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same answer on every path and after every redirect  ·  a missing allow-list entry is DENIED, never escalated to a 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42832" y="2724912"/>
            <a:ext cx="2688336" cy="1463040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889504"/>
            <a:ext cx="2359152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Credentials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7424" y="3187319"/>
            <a:ext cx="2359152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0700 folder, files 0600. Moved out of the old locations, never copied, and repaired on boot.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5254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Transport trust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1495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CERT_NONE anywhere in the tree.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0340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Each endpoint's certificate is pinned and the hostname checked.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2645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Internal self-signed services still work; a swapped cert fails.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435254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Blast radius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81495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19 agent roles, 9 of them holding no tools at all.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0738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20 external-write tools ask a human by default.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59981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File tools are clamped to the workspace, on by default.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65008" y="4352544"/>
            <a:ext cx="3566160" cy="180428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Unattended runs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81495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Cron jobs and ticket pipelines have no approver to ask.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0738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writes and dangerous commands are refused there, rather than auto-approved, unless an operator enables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leaves the system — both directions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Pulling a page in and pushing our bytes out are the same question, answered by one module.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Every control here started as a bypass that WORKED in testing, and each is pinned by a test that fails on the unfixed tree.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5440680" cy="163093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Code and data going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5229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scp · rsync · sftp · ssh host 'cmd' · nc host &lt;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71370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curl -d / -F / -T / -X POST and other upload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9044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aws s3 cp · gsutil cp · docker push · npm 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9520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URL, and bash's own &gt; /dev/tcp/host/port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389888"/>
            <a:ext cx="5440680" cy="163093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55448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Content coming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5229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fetch · crawl · headless browser · @mention expansion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71370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SEARCH was deleted outright: the query string is our own data, leaving the box.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463800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Deleting the tool closed nothing — any fetcher still took a search URL — so the refusal lives at the fetch layer.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3310128"/>
            <a:ext cx="2898648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9048" y="3310128"/>
            <a:ext cx="2770632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84448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net/egress.py  —  one policy, three chokepoints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tool call  ·  the shell command line  ·  the notebook kernel's own getaddrinfo and connect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The switches an operator 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6008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AIFORGE_EGRESS_OFF — nothing leaves this box, page fetching included. One switch, not five.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251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 class: integration, email, telemetry, MCP, fleet sync.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4494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host allow-list for headless and systemd installs.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4297680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Rules a write must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760087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host must be marked writable; one added in Settings is read-only until someone says otherwise.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325872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An unattended run has no approver, so it may not write at all unless that is explicitly enabled.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4297680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Refusals we deliberately did not add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76008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Loopback and LAN, a local registry, a localstack endpoint.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15251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named remote; ssh to declared deploy boxes.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54494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control that blocks ordinary work is a control that gets switched 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your code and your prompts actually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Point it at a model on your own hardware and the source never crosses the network at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There is no vendor account inside this product and no default cloud endpoint.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C9C9C9"/>
                </a:solidFill>
                <a:latin typeface="Segoe UI"/>
              </a:rPr>
              <a:t>Your repo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read in a git worktree,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not the working copy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27248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19856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Agent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file tools clamped to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workspace; Plan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 cannot 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80176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72784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 registry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rate ceiling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request meter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33104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25712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Your endpoint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LM Studio · vLLM · mlx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 your own hardware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2016" y="2670048"/>
            <a:ext cx="2359152" cy="69494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Cloud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only if YOU register one, and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after the local model failed the step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451592" y="2450592"/>
            <a:ext cx="0" cy="219456"/>
          </a:xfrm>
          <a:prstGeom prst="line">
            <a:avLst/>
          </a:prstGeom>
          <a:ln w="19050">
            <a:prstDash val="sysDash"/>
            <a:solidFill>
              <a:srgbClr val="8A5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615184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Escalation to a cloud model happens on an actual failure — never on a timer, and never silently.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29584"/>
            <a:ext cx="3566160" cy="201066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941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never travels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919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Chat transcripts and raw captures stay on the machine.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442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Memory captures and working notes stay too; only distilled knowledge nodes ever sync.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768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Credentials are blocked by the redaction filter before a note is even offered to the admin.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529584"/>
            <a:ext cx="3566160" cy="2010664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694176"/>
            <a:ext cx="3236976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travels, and only where you point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19836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prompt and its code context, to the endpoint you set.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9079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Embedding and rerank text, to the same endpoint.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9832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An optional Langfuse mirror — its own egress class, its own switch, off in a default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3529584"/>
            <a:ext cx="3566160" cy="201066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6941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The edge we do not pretend to 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9919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shell can open a socket the module never sees, and kernel code shares the process with its own guard.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5577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the sandbox setting refuses host execution outright, and the outer boundary stays an OS egress firewall.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1106424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The short version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with a local endpoint, an air-gapped install is the DEFAULT shape of this product, not a hardened variant of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Shared memory — one engineer's lesson, everyone's next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machine learns locally. One admin merges. A filter runs before a note is ever offered.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Memory is a folder of markdown plus one SQLite file — no vector database to install, tune, back up or explain to an auditor.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Laptop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58568" y="1764792"/>
            <a:ext cx="530352" cy="55778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215798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Laptop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258568" y="2322576"/>
            <a:ext cx="530352" cy="8229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9806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CI / server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258568" y="2322576"/>
            <a:ext cx="530352" cy="72237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1517904"/>
            <a:ext cx="2103120" cy="16276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Redaction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runs on the CLIENT before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anything is advertised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secrets · private · noise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blocks a note, 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204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32120" y="1517904"/>
            <a:ext cx="2468880" cy="16276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Team admin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ONLY merger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fold per group,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scoped trees, so two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cannot mix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41080" y="1517904"/>
            <a:ext cx="2990088" cy="16276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admin serves many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independent fleets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groups are discovered from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admin, never hardcoded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5526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What travels: distilled knowledge nodes only. Transcripts, captures and working notes never leave the machine that made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2102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the business 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fix found once is known fleet-wide the next morning.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Onboarding reads the team's accumulated context, not a wiki.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682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People leave; their working knowledge stays, in plain 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62102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What audit and legal 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Credential-shaped and private notes blocked at the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merge is snapshotted and a revert endpoint restores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682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Delete the folder and it is gone — there is no second copy.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3621024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What operations 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Nothing to run but the app; grep and git diff are the tools.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Sync is spoke-initiated, so laptops behind NAT just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6829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Move a machine by copying a directory.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486400"/>
            <a:ext cx="1106424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Deploy note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the admin holds the merged fold — bind it to the LAN or a WireGuard network; the sync surface is open by default, on purpose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costs to run, and how it stays inside the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controls that stop an agent platform becoming an unbounded bill.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Escalation to a paid model is a documented event, not a default: it happens after a local failure and is metered.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Rate ceiling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requests per minute per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role; background work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cannot out-shout a person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Request meter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every call counted 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attributed to a role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a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Context compaction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long sessions fold into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briefs instead of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growing the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Escalation policy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local model first; a cloud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 only after a real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failure, never on a timer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15184"/>
            <a:ext cx="110642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practical consequence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with a local endpoint the marginal cost of a run is electricity — the cloud key is a fallback you can leave unset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Laptop, a systemd unit on a server, or docker compose.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command in each; an unset admin URL means this box is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200400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Operate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State is one folder; SQLite, not a server to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job scheduler runs recurring pipelines under the same unattended-write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3200400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Observe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Structured JSON logs per role, ticket and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Optional self-hosted Langfuse traces; every step replayable.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63440"/>
            <a:ext cx="3566160" cy="1192784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reads code structurally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584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tree-sitter repo map and 5 knowledge-graph tools, so context is chosen, not pasted.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663440"/>
            <a:ext cx="3566160" cy="1192784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82803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can see a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125847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local vision model screenshots the running app and answers questions about it — no cloud vision service.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4663440"/>
            <a:ext cx="3566160" cy="1192784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82803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runs the real toolchain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125847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Persistent shell, language server, type-checker, test runner and an IPython kernel — not a simulated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Supply chain, secrets at rest, and stated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build produces everything both scanner families need.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limits on the right are printed in the product's own docs and env template, not only on this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build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test · package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second pipeline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70048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sonar/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analysis config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junit.xml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coverage.xml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82896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30368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blackduck/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pinned requirements,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prod and dev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uv.lock · pyproject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95744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6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SBOM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CycloneDX, from the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resolved environment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08592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56064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artifacts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wheel · sdist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web package-lock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523744"/>
            <a:ext cx="3566160" cy="202336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9861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heavy agent dependency dropped and its repo-map component vendored under its Apache-2.0 licence: 212 to 186 packages.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5193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telemetry SDK is required to run the product.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523744"/>
            <a:ext cx="3566160" cy="202336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Secrets at 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9861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API keys, integration credentials, MCP headers and the runtime env in one 0700 folder, files 0600.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55193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Repaired on boot, because a write-time permission fix never reaches a file that already exists.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523744"/>
            <a:ext cx="3566160" cy="202336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Limits we publish rather than imply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98615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kernel guard is a guard, not a sandbox.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052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Shell commands can open sockets the policy never sees.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9765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fleet-sync surface is unauthenticated by default.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99008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Role tool filters fail OPEN so a typo cannot brick an agent.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773168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Why this list reads the way it does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 item above began as a control that read correctly and did not hold: a switch honoured in two of the five places that read it, a filter whose one case-insensitive flag let every English word through, a permission fix that never touched an existing file, a refusal you could walk around by changing transport. They were found by attacking our own controls — and each fix is pinned by a test verified to fail on the tree before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agent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Most of the operational burden here is burden we removed rather than documented.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right column is the shipping default, not a hardened configuration you have to assemble.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A typical agent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11064240" cy="475488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847088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84708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database to install, tune, back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47088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plus one SQLite, in one folder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49424"/>
            <a:ext cx="11064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37744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377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database, decode 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77440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cat, grep, an editor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79776"/>
            <a:ext cx="11064240" cy="475488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9077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90779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07792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snapshots and a revert endpoint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10128"/>
            <a:ext cx="11064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43814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438144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438144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40480"/>
            <a:ext cx="11064240" cy="475488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968496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96849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968496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folder; there is no second copy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70832"/>
            <a:ext cx="11064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498848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4988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498848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reasoning — any model drives 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901184"/>
            <a:ext cx="11064240" cy="475488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502920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Where data goes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502920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vendor's endpoint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029200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the endpoint you set; local by default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431536"/>
            <a:ext cx="11064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5595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55595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559552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 telemetry SDK in the lock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6016752"/>
            <a:ext cx="110642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Everything above is a property of the default install — none of it depends on the network being 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Code quality — and the decisions we need from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 is the whole tree's number, not a subset's.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Read off the scanner API, not inferred from a green pipeline: 0 unresolved issues and 0 hotspots awaiting review across 71,204 lines of production code in 542 files, 0.1% duplication.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 smells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all three ratings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coverage, as the scanner scopes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57984"/>
            <a:ext cx="3566160" cy="2716784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Why the number is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20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scan covers the whole repository. An earlier config scanned two directories, reported zero, and CI still failed.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8617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Duplicate build copies excluded, so nothing is counted twice.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57860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Coverage regenerated with each scan: one out-of-range line makes the whole report read 0%.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44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test suite's own line coverage is 86.7%; the scanner reports 82.8% because it also counts files the unit suite never imports.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2157984"/>
            <a:ext cx="3566160" cy="271678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The three failures, named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26203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8,606 tests ran on the scanner box: 3 failed, 0 errors, 0 skipped.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301282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All three are the same test file, and all three need a model actually served on the shared endpoint, which was empty.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578606"/>
            <a:ext cx="3236976" cy="86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last CI import to this same server showed 0 failures across 8,667 tests — its container serves no model at all, so the tests never reach that path. Stated here rather than rounded to zero.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8" y="2157984"/>
            <a:ext cx="3566160" cy="271678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Fixed, not waived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2620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Nine standing vulnerabilities were closed by changing code — TLS pinning, scheme validation, digest usage.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1861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Two earlier passes had triaged the same nine as accepted decisions. They were decisions; they were the wrong ones.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519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cleanup surfaced two real defects no finding had named.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416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Pipeline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one GitLab build emits sonar/ (analysis, junit, coverage) and blackduck/ (dependency inventory and SBOM) for the corporate scanners  ·  a hermetic Docker target runs the suite clean-room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77316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Segoe UI"/>
              </a:rPr>
              <a:t>Decisions we need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84064"/>
            <a:ext cx="3566160" cy="10194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24865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Scanner profile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54647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corporate server runs analysers ours does not; confirm the profile so both agree.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15968" y="5084064"/>
            <a:ext cx="3566160" cy="10194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60" y="524865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Where the admin lives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554647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host holds the merged company memory. Which network, and who owns it?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5084064"/>
            <a:ext cx="3566160" cy="10194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0" y="524865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Egress boundary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554647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 hold three transports in-process; the shell still needs an OS-level firewall rule.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