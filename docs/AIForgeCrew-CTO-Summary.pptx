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63" r:id="rId6"/>
    <p:sldId id="264" r:id="rId7"/>
    <p:sldId id="265" r:id="rId8"/>
    <p:sldId id="26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6" d="100"/>
          <a:sy n="126" d="100"/>
        </p:scale>
        <p:origin x="672" y="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platform you run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 ticket becomes a merge request. A question becomes work on the filesystem. Both on hardware you own.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0078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tools the chat agent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29844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0078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specialised agent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92624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5472" y="129844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0078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1298448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00784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findings of any kind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3502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66928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Ticket in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or GitLab issue picked up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by the 19-role pipeline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50008" y="3108960"/>
            <a:ext cx="374904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15967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Chat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ask, plan or delegate — the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agent works your filesystem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9047" y="3108960"/>
            <a:ext cx="1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065006" y="2212848"/>
            <a:ext cx="3566160" cy="89611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5B3A6E"/>
                </a:solidFill>
                <a:latin typeface="Segoe UI"/>
              </a:rPr>
              <a:t>Schedule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recurring jobs and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with no human in the loop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099048" y="3108960"/>
            <a:ext cx="3749038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34670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dirty="0">
                <a:solidFill>
                  <a:srgbClr val="3A3A3A"/>
                </a:solidFill>
                <a:latin typeface="Segoe UI"/>
              </a:rPr>
              <a:t>One </a:t>
            </a:r>
            <a:r>
              <a:rPr sz="1300" b="1" dirty="0" err="1">
                <a:solidFill>
                  <a:srgbClr val="3A3A3A"/>
                </a:solidFill>
                <a:latin typeface="Segoe UI"/>
              </a:rPr>
              <a:t>FastAPI</a:t>
            </a:r>
            <a:r>
              <a:rPr sz="1300" b="1" dirty="0">
                <a:solidFill>
                  <a:srgbClr val="3A3A3A"/>
                </a:solidFill>
                <a:latin typeface="Segoe UI"/>
              </a:rPr>
              <a:t> process  ·  React UI, REST and streaming</a:t>
            </a:r>
          </a:p>
          <a:p>
            <a:pPr algn="ctr"/>
            <a:r>
              <a:rPr sz="950" b="0" dirty="0">
                <a:solidFill>
                  <a:srgbClr val="1A1A1A"/>
                </a:solidFill>
                <a:latin typeface="Segoe UI"/>
              </a:rPr>
              <a:t>chat engine  ·  agent pipeline  ·  memory  ·  integrations  ·  job scheduler — every one of them a library inside the same process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8" y="3913632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66928" y="4151376"/>
            <a:ext cx="1106424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· vLLM · mlx on your own hardware, or a cloud key you supply — the product ships with neither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828032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992624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it replaces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9043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per-seat coding assistant whose vendor sees your source.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8286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vector-database stack an agent platform usually drags 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8" y="4828032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992624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What it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290439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dirty="0">
                <a:solidFill>
                  <a:srgbClr val="1A1A1A"/>
                </a:solidFill>
                <a:latin typeface="Segoe UI"/>
              </a:rPr>
              <a:t>·  Python 3.12 and one model endpoint. No GPU required, no torch, no Postgres, no Neo4j, no message broker.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8" y="4828032"/>
            <a:ext cx="3566160" cy="141185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0" y="4992624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Where it runs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290439"/>
            <a:ext cx="3236976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dirty="0">
                <a:solidFill>
                  <a:srgbClr val="1A1A1A"/>
                </a:solidFill>
                <a:latin typeface="Segoe UI"/>
              </a:rPr>
              <a:t>·  A </a:t>
            </a:r>
            <a:r>
              <a:rPr lang="en-US" sz="1050" dirty="0">
                <a:solidFill>
                  <a:srgbClr val="1A1A1A"/>
                </a:solidFill>
                <a:latin typeface="Segoe UI"/>
              </a:rPr>
              <a:t>desktop</a:t>
            </a:r>
            <a:r>
              <a:rPr sz="1050" b="0" dirty="0">
                <a:solidFill>
                  <a:srgbClr val="1A1A1A"/>
                </a:solidFill>
                <a:latin typeface="Segoe UI"/>
              </a:rPr>
              <a:t>, a NUC or server under </a:t>
            </a:r>
            <a:r>
              <a:rPr sz="1050" b="0" dirty="0" err="1">
                <a:solidFill>
                  <a:srgbClr val="1A1A1A"/>
                </a:solidFill>
                <a:latin typeface="Segoe UI"/>
              </a:rPr>
              <a:t>systemd</a:t>
            </a:r>
            <a:r>
              <a:rPr sz="1050" b="0" dirty="0">
                <a:solidFill>
                  <a:srgbClr val="1A1A1A"/>
                </a:solidFill>
                <a:latin typeface="Segoe UI"/>
              </a:rPr>
              <a:t>, or a container — the same single command in each.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the work actually gets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Nineteen specialised roles driving the same tool surface, instead of one model doing everything.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Context gatherers run in parallel: researcher, a tree-sitter and PageRank repo map, and a conventions reader.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33471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16351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82894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65774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17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197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81740" y="1673352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564620" y="1389888"/>
            <a:ext cx="2066543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139696"/>
            <a:ext cx="11064240" cy="93268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— up to four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fixes, all building against one spec written up front and reconciled at the end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50008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9047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7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dirty="0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 dirty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848086" y="3072384"/>
            <a:ext cx="0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65006" y="3273552"/>
            <a:ext cx="3566160" cy="6035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05072"/>
            <a:ext cx="11064240" cy="47548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Merge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objectives, results and learnings the Learner writes are model-verified before they are saved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45152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809744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Three chat modes, one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0755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Simple writes, Plan is read-only, Team runs the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49998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dirty="0">
                <a:solidFill>
                  <a:srgbClr val="1A1A1A"/>
                </a:solidFill>
                <a:latin typeface="Segoe UI"/>
              </a:rPr>
              <a:t>·  Plain-text reasoning, so any model drives it — no vendor function-calling required.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15968" y="4645152"/>
            <a:ext cx="3566160" cy="141185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80560" y="4809744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A library that grows itself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10755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Rules, skills and workflows are files the agent writes and reuses.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9998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nightly sweep merges near-duplicates, so the prompt does not bloat by accretion.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5008" y="4645152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0" y="4809744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Integrations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10755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Jira 21 tools, Confluence 14, GitLab 10, plus GitHub, email and any MCP server.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5499989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tool with no credentials hides itself instead of failing a turn.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— containment, not policy 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Self-hosted. Prompts go only to the endpoint you set; nothing phones home.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limit is on the slide on purpose: this is a guard, not a sandbox — an OS egress firewall is still the outer boundary.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3502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33502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3736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hotspots to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92624" y="133502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3736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Sonar security rating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5472" y="133502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3736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unverified TLS calls in the tree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1335024"/>
            <a:ext cx="22128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37360"/>
            <a:ext cx="20665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telemetry in a default install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7160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2103120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C2F2F"/>
                </a:solidFill>
                <a:latin typeface="Segoe UI"/>
              </a:rPr>
              <a:t>The incident that set the bar: a fetch refused by the tool was rerouted through a shell curl, then through a notebook cell — and it worked.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8C2F2F"/>
                </a:solidFill>
                <a:latin typeface="Segoe UI"/>
              </a:rPr>
              <a:t>A boundary you can walk around by changing transport is a suggestion, so the policy now sits under all three transports.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Tool call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web · browser · Jira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GitLab · email · MCP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65376" y="3438144"/>
            <a:ext cx="2615184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5584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Shell command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curl · wget · nc · ssh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scp · aws · git push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480560" y="3438144"/>
            <a:ext cx="173736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44768" y="2724912"/>
            <a:ext cx="2606040" cy="71323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Notebook cell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in-kernel getaddrinfo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and connect guard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480560" y="3438144"/>
            <a:ext cx="2962656" cy="20116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639312"/>
            <a:ext cx="8183879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One policy module  ·  net/egress.py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same answer on every path and after every redirect  ·  a missing allow-list entry is DENIED, never escalated to a human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42832" y="2724912"/>
            <a:ext cx="2688336" cy="1463040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07424" y="2889504"/>
            <a:ext cx="2359152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Credentials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07424" y="3187319"/>
            <a:ext cx="2359152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0700 folder, files 0600. Moved out of the old locations, never copied, and repaired on boot.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52544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451713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Transport trust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814951"/>
            <a:ext cx="3236976" cy="173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 CERT_NONE anywhere in the tree.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034026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Each endpoint's certificate is pinned and the hostname checked.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26456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Internal self-signed services still work; a swapped cert fails.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4352544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480560" y="451713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Blast radius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81495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19 agent roles, 9 of them holding no tools at all.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20738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20 external-write tools ask a human by default.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559981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File tools are clamped to the workspace, on by default.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65008" y="4352544"/>
            <a:ext cx="3566160" cy="1804289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29600" y="451713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Unattended runs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81495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Cron jobs and ticket pipelines have no approver to ask.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207381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So writes and dangerous commands are refused there, rather than auto-approved, unless an operator enables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leaves the system — both directions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Pulling a page in and pushing our bytes out are the same question, answered by one module.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Every control here started as a bypass that WORKED in testing, and each is pinned by a test that fails on the unfixed tree.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5440680" cy="1630934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11149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C2F2F"/>
                </a:solidFill>
                <a:latin typeface="Segoe UI"/>
              </a:rPr>
              <a:t>Code and data going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52295"/>
            <a:ext cx="5111496" cy="173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scp · rsync · sftp · ssh host 'cmd' · nc host &lt;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71370"/>
            <a:ext cx="5111496" cy="173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curl -d / -F / -T / -X POST and other upload 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90445"/>
            <a:ext cx="5111496" cy="173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aws s3 cp · gsutil cp · docker push · npm publish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9520"/>
            <a:ext cx="5111496" cy="173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git push to a URL, and bash's own &gt; /dev/tcp/host/port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389888"/>
            <a:ext cx="5440680" cy="1630934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554480"/>
            <a:ext cx="511149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Content coming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52295"/>
            <a:ext cx="5111496" cy="173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web fetch · crawl · headless browser · @mention expansion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071370"/>
            <a:ext cx="511149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Web SEARCH was deleted outright: the query string is our own data, leaving the box.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463800"/>
            <a:ext cx="511149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Deleting the tool closed nothing — any fetcher still took a search URL — so the refusal lives at the fetch layer.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0400" y="3310128"/>
            <a:ext cx="2898648" cy="27432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99048" y="3310128"/>
            <a:ext cx="2770632" cy="27432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84448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net/egress.py  —  one policy, three chokepoints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tool call  ·  the shell command line  ·  the notebook kernel's own getaddrinfo and connect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3566160" cy="180428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462272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The switches an operator gets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6008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AIFORGE_EGRESS_OFF — nothing leaves this box, page fetching included. One switch, not five.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251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Per class: integration, email, telemetry, MCP, fleet sync.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4494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host allow-list for headless and systemd installs.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5968" y="4297680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80560" y="4462272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Rules a write must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760087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The host must be marked writable; one added in Settings is read-only until someone says otherwise.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325872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An unattended run has no approver, so it may not write at all unless that is explicitly enabled.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4297680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0" y="4462272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Refusals we deliberately did not add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76008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Loopback and LAN, a local registry, a localstack endpoint.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15251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git push to a named remote; ssh to declared deploy boxes.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54494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control that blocks ordinary work is a control that gets switched 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Shared memory — one engineer's lesson, everyone's next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machine learns locally. One admin merges. A filter runs before a note is ever offered.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Memory is a folder of markdown plus one SQLite file — no vector database to install, tune, back up or explain to an auditor.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150" b="1" dirty="0">
                <a:solidFill>
                  <a:srgbClr val="1A1A1A"/>
                </a:solidFill>
                <a:latin typeface="Segoe UI"/>
              </a:rPr>
              <a:t>Desktop</a:t>
            </a:r>
            <a:endParaRPr sz="1150" b="1" dirty="0">
              <a:solidFill>
                <a:srgbClr val="1A1A1A"/>
              </a:solidFill>
              <a:latin typeface="Segoe UI"/>
            </a:endParaRPr>
          </a:p>
          <a:p>
            <a:pPr algn="ctr"/>
            <a:r>
              <a:rPr sz="850" b="0" dirty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58568" y="1764792"/>
            <a:ext cx="530352" cy="55778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66928" y="215798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lang="en-US" sz="1150" b="1" dirty="0">
                <a:solidFill>
                  <a:srgbClr val="1A1A1A"/>
                </a:solidFill>
                <a:latin typeface="Segoe UI"/>
              </a:rPr>
              <a:t>Desktop</a:t>
            </a:r>
            <a:endParaRPr sz="1150" b="1" dirty="0">
              <a:solidFill>
                <a:srgbClr val="1A1A1A"/>
              </a:solidFill>
              <a:latin typeface="Segoe UI"/>
            </a:endParaRPr>
          </a:p>
          <a:p>
            <a:pPr algn="ctr"/>
            <a:r>
              <a:rPr sz="850" b="0" dirty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258568" y="2322576"/>
            <a:ext cx="530352" cy="8229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98064"/>
            <a:ext cx="16916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CI / server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258568" y="2322576"/>
            <a:ext cx="530352" cy="72237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1517904"/>
            <a:ext cx="2103120" cy="16276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Redaction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runs on the CLIENT before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anything is advertised</a:t>
            </a:r>
          </a:p>
          <a:p>
            <a:pPr algn="ctr"/>
            <a:endParaRPr sz="850" b="0">
              <a:solidFill>
                <a:srgbClr val="1A1A1A"/>
              </a:solidFill>
              <a:latin typeface="Segoe UI"/>
            </a:endParaRP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secrets · private · noise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blocks a note, 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92040" y="2322576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32120" y="1517904"/>
            <a:ext cx="2468880" cy="162763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Team admin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ONLY merger</a:t>
            </a:r>
          </a:p>
          <a:p>
            <a:pPr algn="ctr"/>
            <a:endParaRPr sz="850" b="0">
              <a:solidFill>
                <a:srgbClr val="1A1A1A"/>
              </a:solidFill>
              <a:latin typeface="Segoe UI"/>
            </a:endParaRP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fold per group,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scoped trees, so two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cannot mix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2322576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41080" y="1517904"/>
            <a:ext cx="2990088" cy="16276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admin serves many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independent fleets</a:t>
            </a:r>
          </a:p>
          <a:p>
            <a:pPr algn="ctr"/>
            <a:endParaRPr sz="850" b="0">
              <a:solidFill>
                <a:srgbClr val="1A1A1A"/>
              </a:solidFill>
              <a:latin typeface="Segoe UI"/>
            </a:endParaRP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groups are discovered from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admin, never hardcoded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255264"/>
            <a:ext cx="110642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What travels: distilled knowledge nodes only. Transcripts, captures and working notes never leave the machine that made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621024"/>
            <a:ext cx="3566160" cy="180428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78561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What the business gets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8343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fix found once is known fleet-wide the next morning.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7586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Onboarding reads the team's accumulated context, not a wiki.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6829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People leave; their working knowledge stays, in plain 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621024"/>
            <a:ext cx="3566160" cy="180428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378561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What audit and legal 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08343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Credential-shaped and private notes blocked at the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47586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Every merge is snapshotted and a revert endpoint restores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86829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Delete the folder and it is gone — there is no second copy.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3621024"/>
            <a:ext cx="3566160" cy="180428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378561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What operations 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08343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Nothing to run but the app; grep and git diff are the tools.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47586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Sync is spoke-initiated, so laptops behind NAT just work.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68291"/>
            <a:ext cx="3236976" cy="173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Move a machine by copying a directory.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486400"/>
            <a:ext cx="1106424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Deploy note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the admin holds the merged fold — bind it to the LAN or a WireGuard network; the sync surface is open by default, on purpose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costs to run, and how it stays inside the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controls that stop an agent platform becoming an unbounded bill.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Escalation to a paid model is a documented event, not a default: it happens after a local failure and is metered.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Rate ceiling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requests per minute per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role; background work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cannot out-shout a person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Request meter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every call counted and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attributed to a role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and a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Context compaction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long sessions fold into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briefs instead of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growing the prompt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389888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Escalation policy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local model first; a cloud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 only after a real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failure, never on a timer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15184"/>
            <a:ext cx="11064240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practical consequence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with a local endpoint the marginal cost of a run is electricity — the cloud key is a fallback you can leave unset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00400"/>
            <a:ext cx="3566160" cy="141185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364992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6280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Laptop, a systemd unit on a server, or docker compose.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5523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One command in each; an unset admin URL means this box is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200400"/>
            <a:ext cx="3566160" cy="1411859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3364992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Operate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66280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State is one folder; SQLite, not a server to cluster.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05523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job scheduler runs recurring pipelines under the same unattended-write rules.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3200400"/>
            <a:ext cx="3566160" cy="141185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3364992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Observe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66280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Structured JSON logs per role, ticket and event.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055237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Optional self-hosted Langfuse traces; every step replayable.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63440"/>
            <a:ext cx="2628900" cy="174586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229971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reads code structurally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5847"/>
            <a:ext cx="229971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tree-sitter repo map and 5 knowledge-graph tools, so context is chosen, not pasted.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78708" y="4663440"/>
            <a:ext cx="2628900" cy="174586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43300" y="4828032"/>
            <a:ext cx="229971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can see a 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3300" y="5125847"/>
            <a:ext cx="2299716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local vision model screenshots the running app and answers questions about it — no cloud vision service.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0488" y="4663440"/>
            <a:ext cx="2628900" cy="174586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4828032"/>
            <a:ext cx="229971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3A3A3A"/>
                </a:solidFill>
                <a:latin typeface="Segoe UI"/>
              </a:rPr>
              <a:t>It runs the real toolchain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125847"/>
            <a:ext cx="2299716" cy="693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Persistent shell, language server, type-checker, test runner and an IPython kernel — not a simulated one.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2268" y="4663440"/>
            <a:ext cx="2628900" cy="1745869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66860" y="4828032"/>
            <a:ext cx="2299716" cy="412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5B3A6E"/>
                </a:solidFill>
                <a:latin typeface="Segoe UI"/>
              </a:rPr>
              <a:t>It works while nobody watches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6860" y="5332222"/>
            <a:ext cx="2299716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Scheduled ticket pipelines, nightly compaction and the sweep that merges duplicate rules — which is why those runs refuse writes.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Running it — sizing, failure, backup, upgrade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process, one port, one folder — plus the two operational questions we cannot yet answer with a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Everything on the left is measured from the code; the two amber cards are open, and both appear in the asks on the last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One process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uvicorn, default bind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127.0.0.1:8799, no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worker fan-out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One state folder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AIFORGE_CONFIG_DIR —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SQLite plus markdown,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server to cluster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Scheduler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 daemon thread, cron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expressions, 30s tick,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AIFORGE_JOBS_DISABLE=1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15984" y="1371600"/>
            <a:ext cx="2633472" cy="106070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Throughput knobs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4 parallel subtasks in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worktrees · analysis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workers · an RPM ceiling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15184"/>
            <a:ext cx="3566160" cy="215099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77977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E6B52"/>
                </a:solidFill>
                <a:latin typeface="Segoe UI"/>
              </a:rPr>
              <a:t>Failure modes, and what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77591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Model endpoint down: the run fails visibly. There is no silent cloud fallback — escalation needs a model you registered.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43376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bad edit lands in a git worktree, never the working copy.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35806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Missed schedules collapse: a three-day backlog fires once, because the next run is computed from now.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615184"/>
            <a:ext cx="3566160" cy="215099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277977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Sizing — 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077591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dirty="0">
                <a:solidFill>
                  <a:srgbClr val="1A1A1A"/>
                </a:solidFill>
                <a:latin typeface="Segoe UI"/>
              </a:rPr>
              <a:t>·  We have never load-tested it: developers per box, model VRAM for a team of N, wall-clock per ticket are all unmeasured.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643376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A single process with no worker fan-out is also the availability story: restart is the recovery.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20916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Do not let anyone quote you a rollout number before a load test.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2615184"/>
            <a:ext cx="3566160" cy="215099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0" y="2779776"/>
            <a:ext cx="3236976" cy="206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8A5A00"/>
                </a:solidFill>
                <a:latin typeface="Segoe UI"/>
              </a:rPr>
              <a:t>Backup and upgrade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077591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dirty="0">
                <a:solidFill>
                  <a:srgbClr val="1A1A1A"/>
                </a:solidFill>
                <a:latin typeface="Segoe UI"/>
              </a:rPr>
              <a:t>·  Upgrade is git pull and run.sh, which converges the environment and migrates the data in place.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43376"/>
            <a:ext cx="3236976" cy="520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dirty="0">
                <a:solidFill>
                  <a:srgbClr val="1A1A1A"/>
                </a:solidFill>
                <a:latin typeface="Segoe UI"/>
              </a:rPr>
              <a:t>·  Backup is copying one folder — but there is no documented restore drill, retention or rotation. That is the honest gap.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209161"/>
            <a:ext cx="3236976" cy="346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·  Rollback of a migrated state folder is untested.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67351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shape of the ask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neither open item is a design flaw — both are measurements nobody has paid for yet, and each is a day of work, not a quarter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agent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Most of the operational burden here is burden we removed rather than documented.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7160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A typical agent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19072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182880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82880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 vector database to install, tune, back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28800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plus one SQLite, in one folder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212848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232257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3225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database, decode 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322576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cat, grep, an editor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706624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281635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81635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816352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snapshots and a revert endpoint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200400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" y="331012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310128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31012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694176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4944" y="38039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80390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803904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folder; there is no second copy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87952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4944" y="42976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29768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297680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reasoning — any model drives 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681728"/>
            <a:ext cx="11064240" cy="438912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4944" y="479145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Where data goes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0" y="479145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vendor's endpoint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791456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the endpoint you set; local by default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175504"/>
            <a:ext cx="11064240" cy="438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944" y="528523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528523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285232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 telemetry SDK in the lock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2262</Words>
  <Application>Microsoft Office PowerPoint</Application>
  <PresentationFormat>Widescreen</PresentationFormat>
  <Paragraphs>270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Manikanta Pasala</cp:lastModifiedBy>
  <cp:revision>3</cp:revision>
  <dcterms:created xsi:type="dcterms:W3CDTF">2013-01-27T09:14:16Z</dcterms:created>
  <dcterms:modified xsi:type="dcterms:W3CDTF">2026-09-07T11:34:20Z</dcterms:modified>
  <cp:category/>
</cp:coreProperties>
</file>