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AIForgeCrew — a coding agent platform you run yourself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A ticket becomes a merge request. A question becomes work on the filesystem. Both on hardware you own.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Measured on main @ 7d9e60ae, 2026-09-06. One Python service, one port, one folder of state. No database to operate, no vendor account inside the product.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9844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108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0078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tools the chat agent drives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79776" y="129844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2928" y="170078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specialised agent roles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79776" y="133502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92624" y="129844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3A3A3A"/>
                </a:solidFill>
                <a:latin typeface="Segoe UI"/>
              </a:rPr>
              <a:t>71,204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65776" y="170078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lines of production code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92624" y="133502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05472" y="129844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8,606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78624" y="170078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tests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05472" y="133502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0" y="129844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91472" y="170078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Sonar findings of any kind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18320" y="133502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66928" y="2212848"/>
            <a:ext cx="3566160" cy="896112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1F4E79"/>
                </a:solidFill>
                <a:latin typeface="Segoe UI"/>
              </a:rPr>
              <a:t>Ticket in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Jira or GitLab issue picked up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by the 19-role pipeline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350008" y="3108960"/>
            <a:ext cx="3749040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315967" y="2212848"/>
            <a:ext cx="3566160" cy="896112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1E6B52"/>
                </a:solidFill>
                <a:latin typeface="Segoe UI"/>
              </a:rPr>
              <a:t>Chat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ask, plan or delegate — the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agent works your filesystem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99047" y="3108960"/>
            <a:ext cx="1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065006" y="2212848"/>
            <a:ext cx="3566160" cy="896112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5B3A6E"/>
                </a:solidFill>
                <a:latin typeface="Segoe UI"/>
              </a:rPr>
              <a:t>Schedule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recurring jobs and pipelines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with no human in the loop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6099048" y="3108960"/>
            <a:ext cx="3749038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66928" y="334670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One FastAPI process  ·  port 8799  ·  React UI, REST and streaming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chat engine  ·  agent pipeline  ·  memory  ·  integrations  ·  job scheduler — every one of them a library inside the same process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99048" y="3913632"/>
            <a:ext cx="0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66928" y="4151376"/>
            <a:ext cx="11064240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Any OpenAI-compatible endpoint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LM Studio · vLLM · mlx on your own hardware, or a cloud key you supply — the product ships with neither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4828032"/>
            <a:ext cx="3566160" cy="1411859"/>
          </a:xfrm>
          <a:prstGeom prst="roundRect">
            <a:avLst/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992624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E6B52"/>
                </a:solidFill>
                <a:latin typeface="Segoe UI"/>
              </a:rPr>
              <a:t>What it replaces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290439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 per-seat coding assistant whose vendor sees your source.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682869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The vector-database stack an agent platform usually drags in.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5968" y="4828032"/>
            <a:ext cx="3566160" cy="1411859"/>
          </a:xfrm>
          <a:prstGeom prst="roundRect">
            <a:avLst/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0560" y="4992624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4E79"/>
                </a:solidFill>
                <a:latin typeface="Segoe UI"/>
              </a:rPr>
              <a:t>What it needs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5290439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Python 3.12 and one model endpoint. No GPU required, no torch, no Postgres, no Neo4j, no message broker.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65008" y="4828032"/>
            <a:ext cx="3566160" cy="1411859"/>
          </a:xfrm>
          <a:prstGeom prst="roundRect">
            <a:avLst/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0" y="4992624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3A3A3A"/>
                </a:solidFill>
                <a:latin typeface="Segoe UI"/>
              </a:rPr>
              <a:t>Where it runs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5290439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 laptop, a NUC or server under systemd, or a container — the same single command in each.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How the work actually gets done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Nineteen specialised roles driving the same tool surface, instead of one model doing everything.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Measured on main @ 7d9e60ae, 2026-09-06. Context gatherers run in parallel: researcher, a tree-sitter and PageRank repo map, and a conventions reader.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389888"/>
            <a:ext cx="2066543" cy="56692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Triage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33471" y="1673352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16351" y="1389888"/>
            <a:ext cx="2066543" cy="56692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Enhancer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82894" y="1673352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65774" y="1389888"/>
            <a:ext cx="2066543" cy="56692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Architect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32317" y="1673352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197" y="1389888"/>
            <a:ext cx="2066543" cy="56692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Planner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381740" y="1673352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564620" y="1389888"/>
            <a:ext cx="2066543" cy="56692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Verifier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139696"/>
            <a:ext cx="11064240" cy="93268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E6B52"/>
                </a:solidFill>
                <a:latin typeface="Segoe UI"/>
              </a:rPr>
              <a:t>Build loop — up to four parallel subtasks, each in its own git worktree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Segoe UI"/>
              </a:rPr>
              <a:t>Doer edits  ↔  tests run  ↔  Feedback reads the failures  ↔  Refiner fixes, all building against one spec written up front and reconciled at the end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50008" y="3072384"/>
            <a:ext cx="0" cy="20116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66928" y="3273552"/>
            <a:ext cx="3566160" cy="603504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5B3A6E"/>
                </a:solidFill>
                <a:latin typeface="Segoe UI"/>
              </a:rPr>
              <a:t>Validator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gates the result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9047" y="3072384"/>
            <a:ext cx="0" cy="20116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315967" y="3273552"/>
            <a:ext cx="3566160" cy="603504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5B3A6E"/>
                </a:solidFill>
                <a:latin typeface="Segoe UI"/>
              </a:rPr>
              <a:t>Live-verifier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runs the real recipe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848086" y="3072384"/>
            <a:ext cx="0" cy="20116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065006" y="3273552"/>
            <a:ext cx="3566160" cy="603504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5B3A6E"/>
                </a:solidFill>
                <a:latin typeface="Segoe UI"/>
              </a:rPr>
              <a:t>Learner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writes memory back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005072"/>
            <a:ext cx="11064240" cy="475488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Merge request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the objectives, results and learnings the Learner writes are model-verified before they are saved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645152"/>
            <a:ext cx="3566160" cy="1411859"/>
          </a:xfrm>
          <a:prstGeom prst="roundRect">
            <a:avLst/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809744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E6B52"/>
                </a:solidFill>
                <a:latin typeface="Segoe UI"/>
              </a:rPr>
              <a:t>Three chat modes, one engine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107559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Simple writes, Plan is read-only, Team runs the pipeline.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499989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Plain-text reasoning, so any model drives it — no vendor function-calling required.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15968" y="4645152"/>
            <a:ext cx="3566160" cy="1411859"/>
          </a:xfrm>
          <a:prstGeom prst="roundRect">
            <a:avLst/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80560" y="4809744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8A5A00"/>
                </a:solidFill>
                <a:latin typeface="Segoe UI"/>
              </a:rPr>
              <a:t>A library that grows itself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5107559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Rules, skills and workflows are files the agent writes and reuses.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499989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 nightly sweep merges near-duplicates, so the prompt does not bloat by accretion.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5008" y="4645152"/>
            <a:ext cx="3566160" cy="1411859"/>
          </a:xfrm>
          <a:prstGeom prst="roundRect">
            <a:avLst/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0" y="4809744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4E79"/>
                </a:solidFill>
                <a:latin typeface="Segoe UI"/>
              </a:rPr>
              <a:t>Integrations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5107559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Jira 21 tools, Confluence 14, GitLab 10, plus GitHub, email and any MCP server.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5499989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 tool with no credentials hides itself instead of failing a turn.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Does the work it produces hold up?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The zeros on the quality slide are OUR code. Whether a generated merge request is CORRECT is a different question, and unmeasured.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Measured on main @ 7d9e60ae, 2026-09-06. There is no evaluation harness in the tree: no golden ticket set, no acceptance rate, no evals directory. Stated here rather than left for you to assume from a green scan.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16736"/>
            <a:ext cx="110642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8C2F2F"/>
                </a:solidFill>
                <a:latin typeface="Segoe UI"/>
              </a:rPr>
              <a:t>A platform with zero findings can still write a wrong patch. The quality slide says the code that drives the agent is sound; it says nothing about the agent's output. Nobody should conflate the two, so this deck separates them.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47088"/>
            <a:ext cx="3566160" cy="2196719"/>
          </a:xfrm>
          <a:prstGeom prst="roundRect">
            <a:avLst/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11680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4E79"/>
                </a:solidFill>
                <a:latin typeface="Segoe UI"/>
              </a:rPr>
              <a:t>Measured 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09495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8,606 tests, 86.7% line coverage and 0 findings — over the platform's own source.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01925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Every containment control is pinned by a test verified to fail on the tree before the fix.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94355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That is a statement about the machinery, not about the patch it hands you.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1847088"/>
            <a:ext cx="3566160" cy="2196719"/>
          </a:xfrm>
          <a:prstGeom prst="roundRect">
            <a:avLst/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2011680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8C2F2F"/>
                </a:solidFill>
                <a:latin typeface="Segoe UI"/>
              </a:rPr>
              <a:t>NOT measured today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309495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No frozen set of tickets replayed each release.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701925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No acceptance rate: how often a generated merge request is merged without a rewrite.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3094355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No edit distance between what the agent wrote and what was merged.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486785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No re-run of any of the above when the model is swapped.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65008" y="1847088"/>
            <a:ext cx="3566160" cy="2196719"/>
          </a:xfrm>
          <a:prstGeom prst="roundRect">
            <a:avLst/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2011680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E6B52"/>
                </a:solidFill>
                <a:latin typeface="Segoe UI"/>
              </a:rPr>
              <a:t>What holds the line meanwhile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2309495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Every run ends at a merge request a human reviews. Nothing merges itself.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701925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Validator gates the result and Live-verifier runs the real recipe before it is offered.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3094355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Plan mode is read-only, and file tools cannot leave the workspace.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63263"/>
            <a:ext cx="3566160" cy="1977644"/>
          </a:xfrm>
          <a:prstGeom prst="roundRect">
            <a:avLst/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427855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8A5A00"/>
                </a:solidFill>
                <a:latin typeface="Segoe UI"/>
              </a:rPr>
              <a:t>The harness we propose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725670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 frozen set of already-closed tickets, replayed at each release.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118100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Pass = the repo's own tests pass AND a reviewer merges it without rewriting the diff.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510530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The same set re-run on any model or prompt change, so a swap cannot quietly regress the work.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5968" y="4263263"/>
            <a:ext cx="3566160" cy="1977644"/>
          </a:xfrm>
          <a:prstGeom prst="roundRect">
            <a:avLst/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80560" y="4427855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3A3A3A"/>
                </a:solidFill>
                <a:latin typeface="Segoe UI"/>
              </a:rPr>
              <a:t>Adoption evidence to collect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4725670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Tickets carried end to end, and the share that reach a merge request without a human rescue.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5118100"/>
            <a:ext cx="3236976" cy="1733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Reviewer minutes per generated merge request.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337175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Per-role failure counts — already written to the trajectory files, never yet aggregated.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65008" y="4263263"/>
            <a:ext cx="3566160" cy="1977644"/>
          </a:xfrm>
          <a:prstGeom prst="roundRect">
            <a:avLst/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0" y="4427855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5B3A6E"/>
                </a:solidFill>
                <a:latin typeface="Segoe UI"/>
              </a:rPr>
              <a:t>Why this is the deciding number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4725670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Containment decides whether we are ALLOWED to run it.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5118100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Output quality decides whether it is WORTH running.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5510530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Asking for this number is the correct response to the rest of this deck.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Security — containment, not policy documents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Self-hosted. Prompts go only to the endpoint you set; nothing phones home.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Measured on main @ 7d9e60ae, 2026-09-06. The limit is on the slide on purpose: this is a guard, not a sandbox — an OS egress firewall is still the outer boundary.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35024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vulnerabilities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79776" y="1335024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2928" y="1737360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security hotspots to 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79776" y="137160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92624" y="1335024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65776" y="1737360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Sonar security rating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92624" y="137160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05472" y="1335024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78624" y="1737360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unverified TLS calls in the tree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05472" y="137160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0" y="1335024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91472" y="1737360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telemetry in a default install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18320" y="137160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2103120"/>
            <a:ext cx="11064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8C2F2F"/>
                </a:solidFill>
                <a:latin typeface="Segoe UI"/>
              </a:rPr>
              <a:t>The incident that set the bar: a fetch refused by the tool was rerouted through a shell curl, then through a notebook cell — and it worked.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C2F2F"/>
                </a:solidFill>
                <a:latin typeface="Segoe UI"/>
              </a:rPr>
              <a:t>A boundary you can walk around by changing transport is a suggestion, so the policy now sits under all three transports.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724912"/>
            <a:ext cx="2606040" cy="713232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Tool call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web · browser · Jira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GitLab · email · MCP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865376" y="3438144"/>
            <a:ext cx="2615184" cy="20116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355848" y="2724912"/>
            <a:ext cx="2606040" cy="713232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Shell command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curl · wget · nc · ssh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scp · aws · git push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4480560" y="3438144"/>
            <a:ext cx="173736" cy="20116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144768" y="2724912"/>
            <a:ext cx="2606040" cy="713232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Notebook cell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in-kernel getaddrinfo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and connect guard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4480560" y="3438144"/>
            <a:ext cx="2962656" cy="20116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66928" y="3639312"/>
            <a:ext cx="8183879" cy="54864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One policy module  ·  net/egress.py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the same answer on every path and after every redirect  ·  a missing allow-list entry is DENIED, never escalated to a human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42832" y="2724912"/>
            <a:ext cx="2688336" cy="1463040"/>
          </a:xfrm>
          <a:prstGeom prst="roundRect">
            <a:avLst/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889504"/>
            <a:ext cx="2359152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8A5A00"/>
                </a:solidFill>
                <a:latin typeface="Segoe UI"/>
              </a:rPr>
              <a:t>Credentials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07424" y="3187319"/>
            <a:ext cx="2359152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One 0700 folder, files 0600. Moved out of the old locations, never copied, and repaired on boot.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352544"/>
            <a:ext cx="3566160" cy="1804289"/>
          </a:xfrm>
          <a:prstGeom prst="roundRect">
            <a:avLst/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4517136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E6B52"/>
                </a:solidFill>
                <a:latin typeface="Segoe UI"/>
              </a:rPr>
              <a:t>Transport trust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4814951"/>
            <a:ext cx="3236976" cy="1733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No CERT_NONE anywhere in the tree.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034026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Each endpoint's certificate is pinned and the hostname checked.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426456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Internal self-signed services still work; a swapped cert fails.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15968" y="4352544"/>
            <a:ext cx="3566160" cy="1804289"/>
          </a:xfrm>
          <a:prstGeom prst="roundRect">
            <a:avLst/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80560" y="4517136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5B3A6E"/>
                </a:solidFill>
                <a:latin typeface="Segoe UI"/>
              </a:rPr>
              <a:t>Blast radius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4814951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19 agent roles, 9 of them holding no tools at all.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80560" y="5207381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20 external-write tools ask a human by default.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0560" y="5599811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File tools are clamped to the workspace, on by default.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65008" y="4352544"/>
            <a:ext cx="3566160" cy="1804289"/>
          </a:xfrm>
          <a:prstGeom prst="roundRect">
            <a:avLst/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0" y="4517136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8C2F2F"/>
                </a:solidFill>
                <a:latin typeface="Segoe UI"/>
              </a:rPr>
              <a:t>Unattended runs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0" y="4814951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Cron jobs and ticket pipelines have no approver to ask.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5207381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So writes and dangerous commands are refused there, rather than auto-approved, unless an operator enables them.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Who can reach it, and whose words it obeys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Egress answers where bytes go. These two answer who starts a run, and which text the model treats as an instruction.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Measured on main @ 7d9e60ae, 2026-09-06. Both controls below are code in the request path, not model judgement — a prompt cannot argue its way past either.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9844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token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0078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on every /api/* route but 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79776" y="129844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refuses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2928" y="170078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to boot on a public bind with no token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79776" y="133502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92624" y="129844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never *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65776" y="170078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CORS is an allow-list, not a wildcard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92624" y="133502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05472" y="129844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8A5A00"/>
                </a:solidFill>
                <a:latin typeface="Segoe U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78624" y="170078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shared token — no per-user identity yet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05472" y="133502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0" y="129844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8C2F2F"/>
                </a:solidFill>
                <a:latin typeface="Segoe U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91472" y="170078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injection classifiers on inbound text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18320" y="133502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66928" y="2029968"/>
            <a:ext cx="5440680" cy="1804289"/>
          </a:xfrm>
          <a:prstGeom prst="roundRect">
            <a:avLst/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194560"/>
            <a:ext cx="511149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E6B52"/>
                </a:solidFill>
                <a:latin typeface="Segoe UI"/>
              </a:rPr>
              <a:t>Access — what holds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492375"/>
            <a:ext cx="511149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AIFORGE_API_TOKEN is required by every API route except health, as a header or a bearer.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2884805"/>
            <a:ext cx="511149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 non-loopback bind with no token REFUSES TO BOOT, and the guard inspects the real server rather than an env var only run.sh sets.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277235"/>
            <a:ext cx="511149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Loopback trust is declared, and the admin surface never takes that shortcut.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0488" y="2029968"/>
            <a:ext cx="5440680" cy="1804289"/>
          </a:xfrm>
          <a:prstGeom prst="roundRect">
            <a:avLst/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2194560"/>
            <a:ext cx="511149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8A5A00"/>
                </a:solidFill>
                <a:latin typeface="Segoe UI"/>
              </a:rPr>
              <a:t>Access — what does not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2492375"/>
            <a:ext cx="511149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One shared token, so the trail names the BOX, not the person. No SSO, LDAP or per-user roles today.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2884805"/>
            <a:ext cx="5111496" cy="1733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The fleet-sync surface is open unless AIFORGE_SYNC_AUTH is set.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3103880"/>
            <a:ext cx="511149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Found the hard way: behind a same-host reverse proxy every request looks like 127.0.0.1, so implicit loopback trust was a full auth bypass.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998849"/>
            <a:ext cx="11064240" cy="512064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C2F2F"/>
                </a:solidFill>
                <a:latin typeface="Segoe UI"/>
              </a:rPr>
              <a:t>The agent-specific risk: a Jira description, a fetched page or a review comment is UNTRUSTED TEXT that reaches the model beside your own instruction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we do not mark provenance or classify it — so the answer is containment, not detection: the controls below do not consult the model before refusing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657217"/>
            <a:ext cx="3566160" cy="1804289"/>
          </a:xfrm>
          <a:prstGeom prst="roundRect">
            <a:avLst/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4821809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E6B52"/>
                </a:solidFill>
                <a:latin typeface="Segoe UI"/>
              </a:rPr>
              <a:t>Why injected text still cannot do much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119624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Egress policy is code: a refusal is not promptable.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512054"/>
            <a:ext cx="3236976" cy="1733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The 20 external-write tools ask a human first.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731129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File tools are clamped to the workspace; plan mode cannot write; unattended runs refuse writes outright.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15968" y="4657217"/>
            <a:ext cx="3566160" cy="1804289"/>
          </a:xfrm>
          <a:prstGeom prst="roundRect">
            <a:avLst/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80560" y="4821809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8A5A00"/>
                </a:solidFill>
                <a:latin typeface="Segoe UI"/>
              </a:rPr>
              <a:t>What it could still cost you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5119624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Wasted runs, a misleading plan, a bad patch in front of a reviewer — caught by review, not by the machine.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80560" y="5685409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The reviewer stays in the loop for the same reason the writes ask: the model is not the control.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65008" y="4657217"/>
            <a:ext cx="3566160" cy="1804289"/>
          </a:xfrm>
          <a:prstGeom prst="roundRect">
            <a:avLst/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0" y="4821809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4E79"/>
                </a:solidFill>
                <a:latin typeface="Segoe UI"/>
              </a:rPr>
              <a:t>What would close it properly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5119624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Mark inbound content as data, not instruction, at the point it enters the prompt.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0" y="5512054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Replay a set of hostile tickets in the same harness as slide 3.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5904484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Neither exists yet; both are cheap next to the containment work already done.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Nothing leaves the system — both directions closed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Pulling a page in and pushing our bytes out are the same question, answered by one module.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Measured on main @ 7d9e60ae, 2026-09-06. Every control here started as a bypass that WORKED in testing, and each is pinned by a test that fails on the unfixed tree.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389888"/>
            <a:ext cx="5440680" cy="1630934"/>
          </a:xfrm>
          <a:prstGeom prst="roundRect">
            <a:avLst/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511149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8C2F2F"/>
                </a:solidFill>
                <a:latin typeface="Segoe UI"/>
              </a:rPr>
              <a:t>Code and data going 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52295"/>
            <a:ext cx="5111496" cy="1733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scp · rsync · sftp · ssh host 'cmd' · nc host &lt;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71370"/>
            <a:ext cx="5111496" cy="1733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curl -d / -F / -T / -X POST and other upload flags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90445"/>
            <a:ext cx="5111496" cy="1733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aws s3 cp · gsutil cp · docker push · npm publish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09520"/>
            <a:ext cx="5111496" cy="1733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git push to a URL, and bash's own &gt; /dev/tcp/host/port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1389888"/>
            <a:ext cx="5440680" cy="1630934"/>
          </a:xfrm>
          <a:prstGeom prst="roundRect">
            <a:avLst/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554480"/>
            <a:ext cx="511149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8A5A00"/>
                </a:solidFill>
                <a:latin typeface="Segoe UI"/>
              </a:rPr>
              <a:t>Content coming 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852295"/>
            <a:ext cx="5111496" cy="1733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web fetch · crawl · headless browser · @mention expansion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071370"/>
            <a:ext cx="511149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Web SEARCH was deleted outright: the query string is our own data, leaving the box.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463800"/>
            <a:ext cx="511149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Deleting the tool closed nothing — any fetcher still took a search URL — so the refusal lives at the fetch layer.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00400" y="3310128"/>
            <a:ext cx="2898648" cy="27432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099048" y="3310128"/>
            <a:ext cx="2770632" cy="27432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66928" y="3584448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net/egress.py  —  one policy, three chokepoints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the tool call  ·  the shell command line  ·  the notebook kernel's own getaddrinfo and connect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297680"/>
            <a:ext cx="3566160" cy="1804289"/>
          </a:xfrm>
          <a:prstGeom prst="roundRect">
            <a:avLst/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462272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3A3A3A"/>
                </a:solidFill>
                <a:latin typeface="Segoe UI"/>
              </a:rPr>
              <a:t>The switches an operator gets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760087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AIFORGE_EGRESS_OFF — nothing leaves this box, page fetching included. One switch, not five.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52517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Per class: integration, email, telemetry, MCP, fleet sync.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544947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 host allow-list for headless and systemd installs.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15968" y="4297680"/>
            <a:ext cx="3566160" cy="1804289"/>
          </a:xfrm>
          <a:prstGeom prst="roundRect">
            <a:avLst/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60" y="4462272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5B3A6E"/>
                </a:solidFill>
                <a:latin typeface="Segoe UI"/>
              </a:rPr>
              <a:t>Rules a write must pass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760087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The host must be marked writable; one added in Settings is read-only until someone says otherwise.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325872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An unattended run has no approver, so it may not write at all unless that is explicitly enabled.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5008" y="4297680"/>
            <a:ext cx="3566160" cy="1804289"/>
          </a:xfrm>
          <a:prstGeom prst="roundRect">
            <a:avLst/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0" y="4462272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E6B52"/>
                </a:solidFill>
                <a:latin typeface="Segoe UI"/>
              </a:rPr>
              <a:t>Refusals we deliberately did not add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4760087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Loopback and LAN, a local registry, a localstack endpoint.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5152517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git push to a named remote; ssh to declared deploy boxes.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5544947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 control that blocks ordinary work is a control that gets switched off.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Where your code and your prompts actually 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Point it at a model on your own hardware and the source never crosses the network at all.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Measured on main @ 7d9e60ae, 2026-09-06. There is no vendor account inside this product and no default cloud endpoint.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444752"/>
            <a:ext cx="256032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C9C9C9"/>
                </a:solidFill>
                <a:latin typeface="Segoe UI"/>
              </a:rPr>
              <a:t>Your repo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read in a git worktree,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not the working copy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27248" y="1947672"/>
            <a:ext cx="29260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419856" y="1444752"/>
            <a:ext cx="2560320" cy="100584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Agent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file tools clamped to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the workspace; Plan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mode cannot write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80176" y="1947672"/>
            <a:ext cx="29260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272784" y="1444752"/>
            <a:ext cx="2560320" cy="100584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LLM client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model registry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rate ceiling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request meter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833104" y="1947672"/>
            <a:ext cx="29260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125712" y="1444752"/>
            <a:ext cx="2560320" cy="100584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E6B52"/>
                </a:solidFill>
                <a:latin typeface="Segoe UI"/>
              </a:rPr>
              <a:t>Your endpoint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LM Studio · vLLM · mlx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on your own hardware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2016" y="2670048"/>
            <a:ext cx="2359152" cy="694944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8A5A00"/>
                </a:solidFill>
                <a:latin typeface="Segoe UI"/>
              </a:rPr>
              <a:t>Cloud model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only if YOU register one, and only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after the local model failed the step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451592" y="2450592"/>
            <a:ext cx="0" cy="219456"/>
          </a:xfrm>
          <a:prstGeom prst="line">
            <a:avLst/>
          </a:prstGeom>
          <a:ln w="19050">
            <a:prstDash val="sysDash"/>
            <a:solidFill>
              <a:srgbClr val="8A5A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66928" y="2615184"/>
            <a:ext cx="8503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Escalation to a cloud model happens on an actual failure — never on a timer, and never silently.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529584"/>
            <a:ext cx="3566160" cy="2010664"/>
          </a:xfrm>
          <a:prstGeom prst="roundRect">
            <a:avLst/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694176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E6B52"/>
                </a:solidFill>
                <a:latin typeface="Segoe UI"/>
              </a:rPr>
              <a:t>What never travels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991991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Chat transcripts and raw captures stay on the machine.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384421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Memory captures and working notes stay too; only distilled knowledge nodes ever sync.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76851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Credentials are blocked by the redaction filter before a note is even offered to the admin.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15968" y="3529584"/>
            <a:ext cx="3566160" cy="2010664"/>
          </a:xfrm>
          <a:prstGeom prst="roundRect">
            <a:avLst/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60" y="3694176"/>
            <a:ext cx="3236976" cy="412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4E79"/>
                </a:solidFill>
                <a:latin typeface="Segoe UI"/>
              </a:rPr>
              <a:t>What travels, and only where you point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4198366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The prompt and its code context, to the endpoint you set.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590796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Embedding and rerank text, to the same endpoint.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4983226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An optional Langfuse mirror — its own egress class, its own switch, off in a default install.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65008" y="3529584"/>
            <a:ext cx="3566160" cy="2010664"/>
          </a:xfrm>
          <a:prstGeom prst="roundRect">
            <a:avLst/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0" y="3694176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8C2F2F"/>
                </a:solidFill>
                <a:latin typeface="Segoe UI"/>
              </a:rPr>
              <a:t>The edge we do not pretend to 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991991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 shell can open a socket the module never sees, and kernel code shares the process with its own guard.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557776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So the sandbox setting refuses host execution outright, and the outer boundary stays an OS egress firewall.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541264"/>
            <a:ext cx="11064240" cy="4206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4E79"/>
                </a:solidFill>
                <a:latin typeface="Segoe UI"/>
              </a:rPr>
              <a:t>The short version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Segoe UI"/>
              </a:rPr>
              <a:t>with a local endpoint, an air-gapped install is the DEFAULT shape of this product, not a hardened variant of 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Shared memory — one engineer's lesson, everyone's next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Every machine learns locally. One admin merges. A filter runs before a note is ever offered.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Measured on main @ 7d9e60ae, 2026-09-06. Memory is a folder of markdown plus one SQLite file — no vector database to install, tune, back up or explain to an auditor.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1691640" cy="4937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A1A1A"/>
                </a:solidFill>
                <a:latin typeface="Segoe UI"/>
              </a:rPr>
              <a:t>Laptop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compacts locally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258568" y="1764792"/>
            <a:ext cx="530352" cy="55778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66928" y="2157984"/>
            <a:ext cx="1691640" cy="4937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A1A1A"/>
                </a:solidFill>
                <a:latin typeface="Segoe UI"/>
              </a:rPr>
              <a:t>Laptop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compacts locally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2258568" y="2322576"/>
            <a:ext cx="530352" cy="82296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2798064"/>
            <a:ext cx="1691640" cy="4937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A1A1A"/>
                </a:solidFill>
                <a:latin typeface="Segoe UI"/>
              </a:rPr>
              <a:t>CI / server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compacts locally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2258568" y="2322576"/>
            <a:ext cx="530352" cy="722376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788920" y="1517904"/>
            <a:ext cx="2103120" cy="1627632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Redaction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runs on the CLIENT before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anything is advertised</a:t>
            </a:r>
          </a:p>
          <a:p>
            <a:pPr algn="ctr"/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secrets · private · noise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blocks a note, never edits it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892040" y="2322576"/>
            <a:ext cx="6400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532120" y="1517904"/>
            <a:ext cx="2468880" cy="1627632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Team admin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the ONLY merger</a:t>
            </a:r>
          </a:p>
          <a:p>
            <a:pPr algn="ctr"/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one fold per group,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scoped trees, so two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teams cannot mix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001000" y="2322576"/>
            <a:ext cx="6400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641080" y="1517904"/>
            <a:ext cx="2990088" cy="1627632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Company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one admin serves many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independent fleets</a:t>
            </a:r>
          </a:p>
          <a:p>
            <a:pPr algn="ctr"/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groups are discovered from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the admin, never hardcoded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255264"/>
            <a:ext cx="11064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What travels: distilled knowledge nodes only. Transcripts, captures and working notes never leave the machine that made them.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621024"/>
            <a:ext cx="3566160" cy="1804289"/>
          </a:xfrm>
          <a:prstGeom prst="roundRect">
            <a:avLst/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785616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E6B52"/>
                </a:solidFill>
                <a:latin typeface="Segoe UI"/>
              </a:rPr>
              <a:t>What the business gets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083431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 fix found once is known fleet-wide the next morning.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475861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Onboarding reads the team's accumulated context, not a wiki.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868291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People leave; their working knowledge stays, in plain text.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15968" y="3621024"/>
            <a:ext cx="3566160" cy="1804289"/>
          </a:xfrm>
          <a:prstGeom prst="roundRect">
            <a:avLst/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60" y="3785616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5B3A6E"/>
                </a:solidFill>
                <a:latin typeface="Segoe UI"/>
              </a:rPr>
              <a:t>What audit and legal 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4083431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Credential-shaped and private notes blocked at the source.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475861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Every merge is snapshotted and a revert endpoint restores it.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868291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Delete the folder and it is gone — there is no second copy.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5008" y="3621024"/>
            <a:ext cx="3566160" cy="1804289"/>
          </a:xfrm>
          <a:prstGeom prst="roundRect">
            <a:avLst/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3785616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3A3A3A"/>
                </a:solidFill>
                <a:latin typeface="Segoe UI"/>
              </a:rPr>
              <a:t>What operations 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4083431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Nothing to run but the app; grep and git diff are the tools.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4475861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Sync is spoke-initiated, so laptops behind NAT just work.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868291"/>
            <a:ext cx="3236976" cy="1733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Move a machine by copying a directory.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5486400"/>
            <a:ext cx="11064240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8C2F2F"/>
                </a:solidFill>
                <a:latin typeface="Segoe UI"/>
              </a:rPr>
              <a:t>Deploy note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Segoe UI"/>
              </a:rPr>
              <a:t>the admin holds the merged fold — bind it to the LAN or a WireGuard network; the sync surface is open by default, on purpose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What it costs to run, and how it stays inside the budget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The controls that stop an agent platform becoming an unbounded bill.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Measured on main @ 7d9e60ae, 2026-09-06. Escalation to a paid model is a documented event, not a default: it happens after a local failure and is metered.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389888"/>
            <a:ext cx="2633472" cy="1060704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Rate ceiling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requests per minute per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role; background work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cannot out-shout a person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389888"/>
            <a:ext cx="2633472" cy="1060704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Request meter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every call counted and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attributed to a role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and a task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389888"/>
            <a:ext cx="2633472" cy="1060704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E6B52"/>
                </a:solidFill>
                <a:latin typeface="Segoe UI"/>
              </a:rPr>
              <a:t>Context compaction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long sessions fold into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briefs instead of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growing the prompt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15984" y="1389888"/>
            <a:ext cx="2633472" cy="1060704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8A5A00"/>
                </a:solidFill>
                <a:latin typeface="Segoe UI"/>
              </a:rPr>
              <a:t>Escalation policy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local model first; a cloud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model only after a real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failure, never on a timer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15184"/>
            <a:ext cx="11064240" cy="4937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The practical consequence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Segoe UI"/>
              </a:rPr>
              <a:t>with a local endpoint the marginal cost of a run is electricity — the cloud key is a fallback you can leave unset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00400"/>
            <a:ext cx="3566160" cy="1411859"/>
          </a:xfrm>
          <a:prstGeom prst="roundRect">
            <a:avLst/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364992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3A3A3A"/>
                </a:solidFill>
                <a:latin typeface="Segoe UI"/>
              </a:rPr>
              <a:t>Deploy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662807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Laptop, a systemd unit on a server, or docker compose.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055237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One command in each; an unset admin URL means this box is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3200400"/>
            <a:ext cx="3566160" cy="1411859"/>
          </a:xfrm>
          <a:prstGeom prst="roundRect">
            <a:avLst/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3364992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4E79"/>
                </a:solidFill>
                <a:latin typeface="Segoe UI"/>
              </a:rPr>
              <a:t>Operate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662807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State is one folder; SQLite, not a server to cluster.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055237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 job scheduler runs recurring pipelines under the same unattended-write rules.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65008" y="3200400"/>
            <a:ext cx="3566160" cy="1411859"/>
          </a:xfrm>
          <a:prstGeom prst="roundRect">
            <a:avLst/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3364992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E6B52"/>
                </a:solidFill>
                <a:latin typeface="Segoe UI"/>
              </a:rPr>
              <a:t>Observe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3662807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Structured JSON logs per role, ticket and event.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055237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Optional self-hosted Langfuse traces; every step replayable.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663440"/>
            <a:ext cx="2628900" cy="1745869"/>
          </a:xfrm>
          <a:prstGeom prst="roundRect">
            <a:avLst/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828032"/>
            <a:ext cx="229971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3A3A3A"/>
                </a:solidFill>
                <a:latin typeface="Segoe UI"/>
              </a:rPr>
              <a:t>It reads code structurally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125847"/>
            <a:ext cx="229971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 tree-sitter repo map and 5 knowledge-graph tools, so context is chosen, not pasted.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78708" y="4663440"/>
            <a:ext cx="2628900" cy="1745869"/>
          </a:xfrm>
          <a:prstGeom prst="roundRect">
            <a:avLst/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43300" y="4828032"/>
            <a:ext cx="229971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3A3A3A"/>
                </a:solidFill>
                <a:latin typeface="Segoe UI"/>
              </a:rPr>
              <a:t>It can see a UI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43300" y="5125847"/>
            <a:ext cx="2299716" cy="693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 local vision model screenshots the running app and answers questions about it — no cloud vision service.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0488" y="4663440"/>
            <a:ext cx="2628900" cy="1745869"/>
          </a:xfrm>
          <a:prstGeom prst="roundRect">
            <a:avLst/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80" y="4828032"/>
            <a:ext cx="229971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3A3A3A"/>
                </a:solidFill>
                <a:latin typeface="Segoe UI"/>
              </a:rPr>
              <a:t>It runs the real toolchain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5125847"/>
            <a:ext cx="2299716" cy="693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Persistent shell, language server, type-checker, test runner and an IPython kernel — not a simulated one.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02268" y="4663440"/>
            <a:ext cx="2628900" cy="1745869"/>
          </a:xfrm>
          <a:prstGeom prst="roundRect">
            <a:avLst/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66860" y="4828032"/>
            <a:ext cx="2299716" cy="412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5B3A6E"/>
                </a:solidFill>
                <a:latin typeface="Segoe UI"/>
              </a:rPr>
              <a:t>It works while nobody watches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66860" y="5332222"/>
            <a:ext cx="2299716" cy="866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Scheduled ticket pipelines, nightly compaction and the sweep that merges duplicate rules — which is why those runs refuse writes.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Running it — sizing, failure, backup, upgrade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One process, one port, one folder — plus the two operational questions we cannot yet answer with a number.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Measured on main @ 7d9e60ae, 2026-09-06. Everything on the left is measured from the code; the two amber cards are open, and both appear in the asks on the last slide.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371600"/>
            <a:ext cx="2633472" cy="1060704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One process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uvicorn, default bind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127.0.0.1:8799, no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worker fan-out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371600"/>
            <a:ext cx="2633472" cy="1060704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One state folder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AIFORGE_CONFIG_DIR —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SQLite plus markdown,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no server to cluster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371600"/>
            <a:ext cx="2633472" cy="1060704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5B3A6E"/>
                </a:solidFill>
                <a:latin typeface="Segoe UI"/>
              </a:rPr>
              <a:t>Scheduler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a daemon thread, cron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expressions, 30s tick,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AIFORGE_JOBS_DISABLE=1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15984" y="1371600"/>
            <a:ext cx="2633472" cy="1060704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E6B52"/>
                </a:solidFill>
                <a:latin typeface="Segoe UI"/>
              </a:rPr>
              <a:t>Throughput knobs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4 parallel subtasks in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worktrees · analysis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workers · an RPM ceiling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15184"/>
            <a:ext cx="3566160" cy="2150999"/>
          </a:xfrm>
          <a:prstGeom prst="roundRect">
            <a:avLst/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779776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E6B52"/>
                </a:solidFill>
                <a:latin typeface="Segoe UI"/>
              </a:rPr>
              <a:t>Failure modes, and what happens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077591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Model endpoint down: the run fails visibly. There is no silent cloud fallback — escalation needs a model you registered.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643376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 bad edit lands in a git worktree, never the working copy.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035806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Missed schedules collapse: a three-day backlog fires once, because the next run is computed from now.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2615184"/>
            <a:ext cx="3566160" cy="2150999"/>
          </a:xfrm>
          <a:prstGeom prst="roundRect">
            <a:avLst/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2779776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8A5A00"/>
                </a:solidFill>
                <a:latin typeface="Segoe UI"/>
              </a:rPr>
              <a:t>Sizing — OPEN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077591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We have never load-tested it: developers per box, model VRAM for a team of N, wall-clock per ticket are all unmeasured.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3643376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 single process with no worker fan-out is also the availability story: restart is the recovery.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209161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Do not let anyone quote you a rollout number before a load test.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5008" y="2615184"/>
            <a:ext cx="3566160" cy="2150999"/>
          </a:xfrm>
          <a:prstGeom prst="roundRect">
            <a:avLst/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2779776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8A5A00"/>
                </a:solidFill>
                <a:latin typeface="Segoe UI"/>
              </a:rPr>
              <a:t>Backup and upgrade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3077591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Upgrade is git pull and run.sh, which converges the environment and migrates the data in place.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643376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Backup is copying one folder — but there is no documented restore drill, retention or rotation. That is the honest gap.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209161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Rollback of a migrated state folder is untested.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967351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The shape of the ask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Segoe UI"/>
              </a:rPr>
              <a:t>neither open item is a design flaw — both are measurements nobody has paid for yet, and each is a day of work, not a quarter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Supply chain, secrets at rest, and stated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One build produces everything both scanner families need.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Measured on main @ 7d9e60ae, 2026-09-06. The limits on the right are printed in the product's own docs and env template, not only on this slide.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389888"/>
            <a:ext cx="2103120" cy="841248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One build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test · package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no second pipeline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70048" y="1810512"/>
            <a:ext cx="347472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017520" y="1389888"/>
            <a:ext cx="2103120" cy="84124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sonar/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analysis config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junit.xml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coverage.xml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82896" y="1810512"/>
            <a:ext cx="347472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230368" y="1389888"/>
            <a:ext cx="2103120" cy="84124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E6B52"/>
                </a:solidFill>
                <a:latin typeface="Segoe UI"/>
              </a:rPr>
              <a:t>blackduck/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pinned requirements,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prod and dev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uv.lock · pyproject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95744" y="1810512"/>
            <a:ext cx="347472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43216" y="1389888"/>
            <a:ext cx="2103120" cy="84124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E6B52"/>
                </a:solidFill>
                <a:latin typeface="Segoe UI"/>
              </a:rPr>
              <a:t>SBOM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CycloneDX, from the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resolved environment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308592" y="1810512"/>
            <a:ext cx="347472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656064" y="1389888"/>
            <a:ext cx="2103120" cy="841248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artifacts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wheel · sdist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web package-lock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523744"/>
            <a:ext cx="3566160" cy="2023364"/>
          </a:xfrm>
          <a:prstGeom prst="roundRect">
            <a:avLst/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688336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E6B52"/>
                </a:solidFill>
                <a:latin typeface="Segoe UI"/>
              </a:rPr>
              <a:t>Dependencies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986151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One heavy agent dependency dropped and its repo-map component vendored under its Apache-2.0 licence: 212 to 186 packages.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551936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No telemetry SDK is required to run the product.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15968" y="2523744"/>
            <a:ext cx="3566160" cy="2023364"/>
          </a:xfrm>
          <a:prstGeom prst="roundRect">
            <a:avLst/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2688336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8A5A00"/>
                </a:solidFill>
                <a:latin typeface="Segoe UI"/>
              </a:rPr>
              <a:t>Secrets at rest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2986151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API keys, integration credentials, MCP headers and the runtime env in one 0700 folder, files 0600.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3551936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Repaired on boot, because a write-time permission fix never reaches a file that already exists.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5008" y="2523744"/>
            <a:ext cx="3566160" cy="2023364"/>
          </a:xfrm>
          <a:prstGeom prst="roundRect">
            <a:avLst/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2688336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8C2F2F"/>
                </a:solidFill>
                <a:latin typeface="Segoe UI"/>
              </a:rPr>
              <a:t>Limits we publish rather than imply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2986151"/>
            <a:ext cx="3236976" cy="1733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The kernel guard is a guard, not a sandbox.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205226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Shell commands can open sockets the policy never sees.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3597656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The fleet-sync surface is unauthenticated by default.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990086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Role tool filters fail OPEN so a typo cannot brick an agent.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4773168"/>
            <a:ext cx="11064240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Why this list reads the way it does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every item above began as a control that read correctly and did not hold: a switch honoured in two of the five places that read it, a filter whose one case-insensitive flag let every English word through, a permission fix that never touched an existing file, a refusal you could walk around by changing transport. They were found by attacking our own controls — and each fix is pinned by a test verified to fail on the tree before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Audit, licence and model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What the record shows, what it cannot show, and who owns the licence on the code the model writes.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Measured on main @ 7d9e60ae, 2026-09-06. The traces below are the product's default behaviour; the gaps are named so legal and audit hear them from us first.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335024"/>
            <a:ext cx="5440680" cy="1804289"/>
          </a:xfrm>
          <a:prstGeom prst="roundRect">
            <a:avLst/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99616"/>
            <a:ext cx="511149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E6B52"/>
                </a:solidFill>
                <a:latin typeface="Segoe UI"/>
              </a:rPr>
              <a:t>What is recorded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97431"/>
            <a:ext cx="511149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Every chat turn appends to a per-session trace: the message, EACH tool call with its arguments and outcome, and the reply — markdown for a human, JSONL beside it for a machine.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63216"/>
            <a:ext cx="5111496" cy="1733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The ticket pipeline dumps a full trajectory per run.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82291"/>
            <a:ext cx="511149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Structured JSON logs per role, ticket and event; optional self-hosted Langfuse traces replay every step.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0488" y="1335024"/>
            <a:ext cx="5440680" cy="1804289"/>
          </a:xfrm>
          <a:prstGeom prst="roundRect">
            <a:avLst/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499616"/>
            <a:ext cx="511149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8A5A00"/>
                </a:solidFill>
                <a:latin typeface="Segoe UI"/>
              </a:rPr>
              <a:t>What the record cannot tell you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797431"/>
            <a:ext cx="511149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One shared token means the actor is the machine, not a named person — approvals included.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189861"/>
            <a:ext cx="511149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Traces are files: no retention policy, no rotation, no tamper-evidence, and an env switch turns them off.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582291"/>
            <a:ext cx="511149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So they are excellent for debugging a run and NOT yet evidence for an auditor. Naming that is cheaper than discovering 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358769"/>
            <a:ext cx="3566160" cy="2497709"/>
          </a:xfrm>
          <a:prstGeom prst="roundRect">
            <a:avLst/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523361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5B3A6E"/>
                </a:solidFill>
                <a:latin typeface="Segoe UI"/>
              </a:rPr>
              <a:t>Licence and 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821176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The product is MIT. The vendored repo-map component keeps its Apache-2.0 licence and notice.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386961"/>
            <a:ext cx="3236976" cy="693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The MODEL's licence is the operator's choice and it governs commercial use of what it writes — a local open-weights model is a legal decision, not only a cost one.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26101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Generated code carries no provenance stamp today; the merge request and its trace are the record.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15968" y="3358769"/>
            <a:ext cx="3566160" cy="2497709"/>
          </a:xfrm>
          <a:prstGeom prst="roundRect">
            <a:avLst/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60" y="3523361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4E79"/>
                </a:solidFill>
                <a:latin typeface="Segoe UI"/>
              </a:rPr>
              <a:t>Model governance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3821176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The registry pins each model: id, base URL, TLS and vision flags, keys held server-side and never returned to the UI.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386961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Roles pick a registered model by name, so a swap is one edit and is visible in config.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4779391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But nothing re-validates BEHAVIOUR after a swap — the same harness from slide 3 is what closes this.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65008" y="3358769"/>
            <a:ext cx="3566160" cy="2497709"/>
          </a:xfrm>
          <a:prstGeom prst="roundRect">
            <a:avLst/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0" y="3523361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8C2F2F"/>
                </a:solidFill>
                <a:latin typeface="Segoe UI"/>
              </a:rPr>
              <a:t>Ownership — the uncomfortable one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821176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One author has written this platform. That is the bus factor.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213606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No support rota, no on-call, no published roadmap beyond the current work.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4606036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 tool this central needs a named owner and a second pair of hands before it is depended on company-wide.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Compared with the usual agent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Most of the operational burden here is burden we removed rather than documented.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Measured on main @ 7d9e60ae, 2026-09-06. The right column is the shipping default, not a hardened configuration you have to assemble. None of it depends on the network being off.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371600"/>
            <a:ext cx="4023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B6B6B"/>
                </a:solidFill>
                <a:latin typeface="Segoe UI"/>
              </a:rPr>
              <a:t>A typical agent stack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1371600"/>
            <a:ext cx="4389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Segoe UI"/>
              </a:rPr>
              <a:t>AIForgeCrew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719072"/>
            <a:ext cx="11064240" cy="438912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1828800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182880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a vector database to install, tune, back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1828800"/>
            <a:ext cx="4297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markdown files plus one SQLite, in one folder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212848"/>
            <a:ext cx="11064240" cy="4389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2322576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Inspect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3225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query the database, decode embeddings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2322576"/>
            <a:ext cx="4297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cat, grep, an editor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706624"/>
            <a:ext cx="11064240" cy="438912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281635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Version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281635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opaque rows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816352"/>
            <a:ext cx="4297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git-diffable; snapshots and a revert endpoint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200400"/>
            <a:ext cx="11064240" cy="4389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" y="3310128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Move a machine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331012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dump and restore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3310128"/>
            <a:ext cx="4297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copy a folder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3694176"/>
            <a:ext cx="11064240" cy="438912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3803904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Delete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3803904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hope the rows are gone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3803904"/>
            <a:ext cx="4297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delete the folder; there is no second copy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4187952"/>
            <a:ext cx="11064240" cy="4389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" y="4297680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Model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429768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vendor function-calling required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4297680"/>
            <a:ext cx="4297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plain-text reasoning — any model drives it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4681728"/>
            <a:ext cx="11064240" cy="438912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4944" y="4791456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Where data goes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26080" y="479145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the vendor's endpoint by default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791456"/>
            <a:ext cx="4297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the endpoint you set; local by default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5175504"/>
            <a:ext cx="11064240" cy="4389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4944" y="528523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Telemetry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26080" y="528523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usually on by default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0" y="5285232"/>
            <a:ext cx="4297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none, and no telemetry SDK in the lock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5760720"/>
            <a:ext cx="11064240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4E79"/>
                </a:solidFill>
                <a:latin typeface="Segoe UI"/>
              </a:rPr>
              <a:t>The comparison your budget actually faces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 per-seat assistant — Copilot, Cursor, a Devin-class agent — prices per developer per month and sends the source to its vendor; this prices as hardware you already own and sends it to the endpoint you set. Cost is the easy half: the open question is output quality (slide 3), and it is the one worth arguing about.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Code quality — and the decisions we need from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Zero is the whole tree's number, not a subset's — and it is the PLATFORM's number, not the agent's output (slide 3).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Measured on main @ 7d9e60ae, 2026-09-06. Read off the scanner API, not inferred from a green pipeline: 0 unresolved issues and 0 hotspots awaiting review across 71,204 lines of production code in 542 files, 0.1% duplication.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3502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bugs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0968" y="133502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84120" y="173736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vulnerabilities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10968" y="137160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5008" y="133502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8160" y="173736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code smells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5008" y="137160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9048" y="133502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A·A·A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173736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all three ratings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8" y="137160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43088" y="133502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8,606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6240" y="173736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tests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43088" y="137160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7128" y="133502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82.8%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60280" y="173736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coverage, as the scanner scopes 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87128" y="137160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2157984"/>
            <a:ext cx="3566160" cy="2716784"/>
          </a:xfrm>
          <a:prstGeom prst="roundRect">
            <a:avLst/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2322576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4E79"/>
                </a:solidFill>
                <a:latin typeface="Segoe UI"/>
              </a:rPr>
              <a:t>Why the number is real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2620391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The scan covers the whole repository. An earlier config scanned two directories, reported zero, and CI still failed.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186176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Duplicate build copies excluded, so nothing is counted twice.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3578606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Coverage regenerated with each scan: one out-of-range line makes the whole report read 0%.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144391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The test suite's own line coverage is 86.7%; the scanner reports 82.8% because it also counts files the unit suite never imports.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15968" y="2157984"/>
            <a:ext cx="3566160" cy="2716784"/>
          </a:xfrm>
          <a:prstGeom prst="roundRect">
            <a:avLst/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60" y="2322576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8A5A00"/>
                </a:solidFill>
                <a:latin typeface="Segoe UI"/>
              </a:rPr>
              <a:t>The three failures, named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2620391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8,606 tests ran on the scanner box: 3 failed, 0 errors, 0 skipped.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3012821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All three are the same test file, and all three need a model actually served on the shared endpoint, which was empty.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3578606"/>
            <a:ext cx="3236976" cy="866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The last CI import to this same server showed 0 failures across 8,667 tests — its container serves no model at all, so the tests never reach that path. Stated here rather than rounded to zero.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65008" y="2157984"/>
            <a:ext cx="3566160" cy="2716784"/>
          </a:xfrm>
          <a:prstGeom prst="roundRect">
            <a:avLst/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0" y="2322576"/>
            <a:ext cx="3236976" cy="206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E6B52"/>
                </a:solidFill>
                <a:latin typeface="Segoe UI"/>
              </a:rPr>
              <a:t>Fixed, not waived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2620391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Nine standing vulnerabilities were closed by changing code — TLS pinning, scheme validation, digest usage.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3186176"/>
            <a:ext cx="3236976" cy="520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Two earlier passes had triaged the same nine as accepted decisions. They were decisions; they were the wrong ones.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3751961"/>
            <a:ext cx="3236976" cy="346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The cleanup surfaced two real defects no finding had named.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" y="404164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Pipeline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Segoe UI"/>
              </a:rPr>
              <a:t>one GitLab build emits sonar/ (analysis, junit, coverage) and blackduck/ (dependency inventory and SBOM) for the corporate scanners  ·  a hermetic Docker target runs the suite clean-room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4773168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A1A"/>
                </a:solidFill>
                <a:latin typeface="Segoe UI"/>
              </a:rPr>
              <a:t>Decisions we need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5010912"/>
            <a:ext cx="2066544" cy="128358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5175504"/>
            <a:ext cx="1737360" cy="189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C2F2F"/>
                </a:solidFill>
                <a:latin typeface="Segoe UI"/>
              </a:rPr>
              <a:t>Prove the output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5456809"/>
            <a:ext cx="1737360" cy="470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 Fund the slide-3 harness. Nothing else settles the buy question.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816352" y="5010912"/>
            <a:ext cx="2066544" cy="128358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80944" y="5175504"/>
            <a:ext cx="1737360" cy="189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C2F2F"/>
                </a:solidFill>
                <a:latin typeface="Segoe UI"/>
              </a:rPr>
              <a:t>Name an owner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80944" y="5456809"/>
            <a:ext cx="1737360" cy="470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 One author today. A second maintainer, and a support rota.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065776" y="5010912"/>
            <a:ext cx="2066544" cy="128358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30368" y="5175504"/>
            <a:ext cx="1737360" cy="189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Segoe UI"/>
              </a:rPr>
              <a:t>Where the admin lives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30368" y="5456809"/>
            <a:ext cx="1737360" cy="470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 One host holds the merged company memory. Which network?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315200" y="5010912"/>
            <a:ext cx="2066544" cy="128358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479792" y="5175504"/>
            <a:ext cx="1737360" cy="189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Segoe UI"/>
              </a:rPr>
              <a:t>Boundary and identity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79792" y="5456809"/>
            <a:ext cx="1737360" cy="6273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 The shell still needs an OS firewall rule; per-user identity is a decision, not a build.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564624" y="5010912"/>
            <a:ext cx="2066544" cy="128358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29216" y="5175504"/>
            <a:ext cx="1737360" cy="189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Segoe UI"/>
              </a:rPr>
              <a:t>Scanner profile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29216" y="5456809"/>
            <a:ext cx="1737360" cy="6273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 The corporate server runs analysers ours does not; confirm the profile so both agree.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