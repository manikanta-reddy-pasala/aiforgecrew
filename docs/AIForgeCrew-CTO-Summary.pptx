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AIForgeCrew — a coding agent platform you run yourself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A ticket becomes a merge request; a question becomes work on the filesystem. One process, one folder of state, no database to operate.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Measured on main @ 7d9e60ae, 2026-09-06. Python 3.12 and one model endpoint. No GPU required, no torch, no Postgres, no Neo4j, no vector store, no message broker — the removals are the product as much as the features 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80160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108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82496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tools the chat agent drives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79776" y="1280160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2928" y="1682496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specialised agent roles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79776" y="1316736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92624" y="1280160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65776" y="1682496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chat modes on one engine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92624" y="1316736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05472" y="1280160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78624" y="1682496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databases to install or tune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05472" y="1316736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0" y="1280160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3A3A3A"/>
                </a:solidFill>
                <a:latin typeface="Segoe UI"/>
              </a:rPr>
              <a:t>71,204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91472" y="1682496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lines of production code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418320" y="1316736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66928" y="2048256"/>
            <a:ext cx="11064240" cy="859536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3A3A3A"/>
                </a:solidFill>
                <a:latin typeface="Segoe UI"/>
              </a:rPr>
              <a:t>Ticket · chat · schedule   →   one FastAPI process, React UI, REST and streaming   →   any OpenAI-compatible endpoint you point it at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Triage → Enhancer → Architect → Planner → Verifier → a build loop of up to four parallel subtasks, each in its own git worktree (Doer edits ↔ tests run ↔ Feedback reads failures ↔ Refiner fixes) → Validator gates → Live-verifier runs the real recipe → Learner writes memory back → merge request. Simple mode writes, Plan mode is read-only, Team mode runs the whole pipeline; reasoning is plain text, so any model drives it with no vendor function-calling.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072384"/>
            <a:ext cx="2628900" cy="3307842"/>
          </a:xfrm>
          <a:prstGeom prst="roundRect">
            <a:avLst/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236976"/>
            <a:ext cx="2299716" cy="3797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5A00"/>
                </a:solidFill>
                <a:latin typeface="Segoe UI"/>
              </a:rPr>
              <a:t>It learns — and the learning is FILES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708146"/>
            <a:ext cx="2299716" cy="581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80" b="0">
                <a:solidFill>
                  <a:srgbClr val="1A1A1A"/>
                </a:solidFill>
                <a:latin typeface="Segoe UI"/>
              </a:rPr>
              <a:t>·  The Learner writes objectives, results and lessons back after every run, and they are model-verified before they are saved.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335018"/>
            <a:ext cx="2299716" cy="726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80" b="0">
                <a:solidFill>
                  <a:srgbClr val="1A1A1A"/>
                </a:solidFill>
                <a:latin typeface="Segoe UI"/>
              </a:rPr>
              <a:t>·  Rules, skills and workflows are markdown the agent writes, reuses and edits — a fix found once becomes a reusable procedure, not a paragraph in someone's notes.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107178"/>
            <a:ext cx="2299716" cy="726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80" b="0">
                <a:solidFill>
                  <a:srgbClr val="1A1A1A"/>
                </a:solidFill>
                <a:latin typeface="Segoe UI"/>
              </a:rPr>
              <a:t>·  A nightly sweep merges near-duplicate rules, skills and workflows, so the prompt does not bloat by accretion; merges union their scopes rather than silently narrowing one.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879338"/>
            <a:ext cx="2299716" cy="29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80" b="0">
                <a:solidFill>
                  <a:srgbClr val="1A1A1A"/>
                </a:solidFill>
                <a:latin typeface="Segoe UI"/>
              </a:rPr>
              <a:t>·  Every artefact is a file: read it, git diff it, delete it.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78708" y="3072384"/>
            <a:ext cx="2628900" cy="3307842"/>
          </a:xfrm>
          <a:prstGeom prst="roundRect">
            <a:avLst/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43300" y="3236976"/>
            <a:ext cx="2299716" cy="189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E6B52"/>
                </a:solidFill>
                <a:latin typeface="Segoe UI"/>
              </a:rPr>
              <a:t>Memory, with no database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43300" y="3518281"/>
            <a:ext cx="2299716" cy="435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80" b="0">
                <a:solidFill>
                  <a:srgbClr val="1A1A1A"/>
                </a:solidFill>
                <a:latin typeface="Segoe UI"/>
              </a:rPr>
              <a:t>·  A folder of markdown plus one SQLite file. Nothing to install, tune, back up or explain to an auditor.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43300" y="3999865"/>
            <a:ext cx="2299716" cy="871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80" b="0">
                <a:solidFill>
                  <a:srgbClr val="1A1A1A"/>
                </a:solidFill>
                <a:latin typeface="Segoe UI"/>
              </a:rPr>
              <a:t>·  Each desktop compacts locally; a client-side redaction filter blocks credential-shaped and private notes BEFORE anything is advertised; one team admin merges; one admin serves many fleets.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43300" y="4917313"/>
            <a:ext cx="2299716" cy="435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80" b="0">
                <a:solidFill>
                  <a:srgbClr val="1A1A1A"/>
                </a:solidFill>
                <a:latin typeface="Segoe UI"/>
              </a:rPr>
              <a:t>·  Only distilled knowledge nodes travel — transcripts, captures and working notes never leave the machine that made them.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43300" y="5398897"/>
            <a:ext cx="2299716" cy="435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80" b="0">
                <a:solidFill>
                  <a:srgbClr val="1A1A1A"/>
                </a:solidFill>
                <a:latin typeface="Segoe UI"/>
              </a:rPr>
              <a:t>·  Every merge is snapshotted and a revert endpoint restores it; delete the folder and it is gone, there is no second copy.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0488" y="3072384"/>
            <a:ext cx="2628900" cy="3307842"/>
          </a:xfrm>
          <a:prstGeom prst="roundRect">
            <a:avLst/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5080" y="3236976"/>
            <a:ext cx="2299716" cy="189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4E79"/>
                </a:solidFill>
                <a:latin typeface="Segoe UI"/>
              </a:rPr>
              <a:t>What it can reach and read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3518281"/>
            <a:ext cx="2299716" cy="581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80" b="0">
                <a:solidFill>
                  <a:srgbClr val="1A1A1A"/>
                </a:solidFill>
                <a:latin typeface="Segoe UI"/>
              </a:rPr>
              <a:t>·  Jira 21 tools, Confluence 14, GitLab 10, plus GitHub, email and any MCP server; a tool with no credentials hides itself.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4145153"/>
            <a:ext cx="2299716" cy="435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80" b="0">
                <a:solidFill>
                  <a:srgbClr val="1A1A1A"/>
                </a:solidFill>
                <a:latin typeface="Segoe UI"/>
              </a:rPr>
              <a:t>·  A tree-sitter and PageRank repo map and 5 knowledge-graph tools, so context is chosen, not pasted.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4626737"/>
            <a:ext cx="2299716" cy="435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80" b="0">
                <a:solidFill>
                  <a:srgbClr val="1A1A1A"/>
                </a:solidFill>
                <a:latin typeface="Segoe UI"/>
              </a:rPr>
              <a:t>·  The real toolchain: persistent shell, language server, type-checker, test runner and an IPython kernel.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5108321"/>
            <a:ext cx="2299716" cy="435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80" b="0">
                <a:solidFill>
                  <a:srgbClr val="1A1A1A"/>
                </a:solidFill>
                <a:latin typeface="Segoe UI"/>
              </a:rPr>
              <a:t>·  A local vision model screenshots the running app and answers questions about it — no cloud vision service.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02268" y="3072384"/>
            <a:ext cx="2628900" cy="3307842"/>
          </a:xfrm>
          <a:prstGeom prst="roundRect">
            <a:avLst/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66860" y="3236976"/>
            <a:ext cx="2299716" cy="189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5B3A6E"/>
                </a:solidFill>
                <a:latin typeface="Segoe UI"/>
              </a:rPr>
              <a:t>Deploy and operate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6860" y="3518281"/>
            <a:ext cx="2299716" cy="581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80" b="0">
                <a:solidFill>
                  <a:srgbClr val="1A1A1A"/>
                </a:solidFill>
                <a:latin typeface="Segoe UI"/>
              </a:rPr>
              <a:t>·  A desktop, a NUC or a server under systemd, or a container — the same single command; an unset admin URL means this box is it.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66860" y="4145153"/>
            <a:ext cx="2299716" cy="435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80" b="0">
                <a:solidFill>
                  <a:srgbClr val="1A1A1A"/>
                </a:solidFill>
                <a:latin typeface="Segoe UI"/>
              </a:rPr>
              <a:t>·  State is one folder; upgrade is git pull and run.sh, which converges the environment and migrates in place.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66860" y="4626737"/>
            <a:ext cx="2299716" cy="581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80" b="0">
                <a:solidFill>
                  <a:srgbClr val="1A1A1A"/>
                </a:solidFill>
                <a:latin typeface="Segoe UI"/>
              </a:rPr>
              <a:t>·  A scheduler fires cron-shaped ticket pipelines, nightly memory compaction and the duplicate sweep, with no human in the loop.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66860" y="5253609"/>
            <a:ext cx="2299716" cy="435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80" b="0">
                <a:solidFill>
                  <a:srgbClr val="1A1A1A"/>
                </a:solidFill>
                <a:latin typeface="Segoe UI"/>
              </a:rPr>
              <a:t>·  One process with no worker fan-out: restart is the recovery, and nobody has load-tested users-per-box yet.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Containment, cost ceiling, and the limits we state out loud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Self-hosted. Every control below began as a bypass that WORKED in testing, and each is pinned by a test that fails without the fix.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Measured on main @ 7d9e60ae, 2026-09-06. The limits in the last column are printed in the product's own docs and env template, not only on this slide: this is a guard, not a sandbox, and an OS egress firewall is still the outer boundary.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16736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19072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vulnerabilities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79776" y="1316736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2928" y="1719072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security hotspots to review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79776" y="1353312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92624" y="1316736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65776" y="1719072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telemetry in a default install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92624" y="1353312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05472" y="1316736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78624" y="1719072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unverified TLS calls in the tree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05472" y="1353312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0" y="1316736"/>
            <a:ext cx="22128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5B3A6E"/>
                </a:solidFill>
                <a:latin typeface="Segoe UI"/>
              </a:rPr>
              <a:t>9 / 19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91472" y="1719072"/>
            <a:ext cx="206654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agent roles holding no tools at all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418320" y="1353312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66928" y="2066543"/>
            <a:ext cx="11064240" cy="64008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F4E79"/>
                </a:solidFill>
                <a:latin typeface="Segoe UI"/>
              </a:rPr>
              <a:t>One policy module — net/egress.py — under all three transports: the tool call · the shell command line · the notebook kernel's own getaddrinfo and connect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the bar was set by an incident: a fetch the tool refused was rerouted through a shell curl, then through a notebook cell, and it worked. A boundary you can walk around by changing transport is a suggestion — so a missing allow-list entry is now DENIED on every path and after every redirect, never escalated to a human.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779776"/>
            <a:ext cx="2628900" cy="3534029"/>
          </a:xfrm>
          <a:prstGeom prst="roundRect">
            <a:avLst/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2944368"/>
            <a:ext cx="2299716" cy="189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C2F2F"/>
                </a:solidFill>
                <a:latin typeface="Segoe UI"/>
              </a:rPr>
              <a:t>Nothing leaves, either way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225673"/>
            <a:ext cx="2299716" cy="548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30" b="0">
                <a:solidFill>
                  <a:srgbClr val="1A1A1A"/>
                </a:solidFill>
                <a:latin typeface="Segoe UI"/>
              </a:rPr>
              <a:t>·  Out: scp · rsync · sftp · ssh host 'cmd' · curl -d/-F/-T · aws s3 cp · docker push · npm publish · git push to a URL · bash's own &gt; /dev/tcp/host/port.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819525"/>
            <a:ext cx="2299716" cy="548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30" b="0">
                <a:solidFill>
                  <a:srgbClr val="1A1A1A"/>
                </a:solidFill>
                <a:latin typeface="Segoe UI"/>
              </a:rPr>
              <a:t>·  In: web fetch, crawl, headless browser, @mention expansion. Web SEARCH was deleted outright — the query string is our own data leaving the box.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413377"/>
            <a:ext cx="2299716" cy="548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30" b="0">
                <a:solidFill>
                  <a:srgbClr val="1A1A1A"/>
                </a:solidFill>
                <a:latin typeface="Segoe UI"/>
              </a:rPr>
              <a:t>·  AIFORGE_EGRESS_OFF closes everything in one switch; per-class switches cover integrations, email, telemetry, MCP and fleet sync.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007229"/>
            <a:ext cx="2299716" cy="548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30" b="0">
                <a:solidFill>
                  <a:srgbClr val="1A1A1A"/>
                </a:solidFill>
                <a:latin typeface="Segoe UI"/>
              </a:rPr>
              <a:t>·  Deliberately still allowed: loopback and LAN, a local registry, git push to a named remote — a control that blocks ordinary work gets switched off.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78708" y="2779776"/>
            <a:ext cx="2628900" cy="3534029"/>
          </a:xfrm>
          <a:prstGeom prst="roundRect">
            <a:avLst/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43300" y="2944368"/>
            <a:ext cx="2299716" cy="189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5A00"/>
                </a:solidFill>
                <a:latin typeface="Segoe UI"/>
              </a:rPr>
              <a:t>Access, and untrusted input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43300" y="3225673"/>
            <a:ext cx="2299716" cy="8221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30" b="0">
                <a:solidFill>
                  <a:srgbClr val="1A1A1A"/>
                </a:solidFill>
                <a:latin typeface="Segoe UI"/>
              </a:rPr>
              <a:t>·  A token is required on every API route but health, and a non-loopback bind with NO token refuses to boot. Loopback trust must be declared: behind a same-host reverse proxy every request looks like 127.0.0.1, which was a full auth bypass.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43300" y="4093591"/>
            <a:ext cx="2299716" cy="548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30" b="0">
                <a:solidFill>
                  <a:srgbClr val="1A1A1A"/>
                </a:solidFill>
                <a:latin typeface="Segoe UI"/>
              </a:rPr>
              <a:t>·  CORS is an allow-list, never a wildcard. Limits: one shared token — no per-user identity or SSO yet — and fleet sync is open unless closed.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43300" y="4687443"/>
            <a:ext cx="2299716" cy="548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30" b="0">
                <a:solidFill>
                  <a:srgbClr val="1A1A1A"/>
                </a:solidFill>
                <a:latin typeface="Segoe UI"/>
              </a:rPr>
              <a:t>·  A ticket description or a fetched page is UNTRUSTED TEXT reaching the model beside your instruction, and we do not classify it.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43300" y="5281295"/>
            <a:ext cx="2299716" cy="8221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30" b="0">
                <a:solidFill>
                  <a:srgbClr val="1A1A1A"/>
                </a:solidFill>
                <a:latin typeface="Segoe UI"/>
              </a:rPr>
              <a:t>·  So: containment, not detection. The egress refusal is code, the 20 external-write tools ask a human, file tools are clamped to the workspace, Plan mode cannot write, and unattended runs refuse writes.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0488" y="2779776"/>
            <a:ext cx="2628900" cy="3534029"/>
          </a:xfrm>
          <a:prstGeom prst="roundRect">
            <a:avLst/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5080" y="2944368"/>
            <a:ext cx="2299716" cy="189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E6B52"/>
                </a:solidFill>
                <a:latin typeface="Segoe UI"/>
              </a:rPr>
              <a:t>Where code goes · run cost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3225673"/>
            <a:ext cx="2299716" cy="548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30" b="0">
                <a:solidFill>
                  <a:srgbClr val="1A1A1A"/>
                </a:solidFill>
                <a:latin typeface="Segoe UI"/>
              </a:rPr>
              <a:t>·  The prompt and its context go to the endpoint YOU set; with a local model an air-gapped install is the default shape of this product, not a hardened variant of it.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3819525"/>
            <a:ext cx="2299716" cy="4110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30" b="0">
                <a:solidFill>
                  <a:srgbClr val="1A1A1A"/>
                </a:solidFill>
                <a:latin typeface="Segoe UI"/>
              </a:rPr>
              <a:t>·  Escalation to a cloud model happens only after a local failure, never on a timer, and only if you registered one.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4276344"/>
            <a:ext cx="2299716" cy="6851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30" b="0">
                <a:solidFill>
                  <a:srgbClr val="1A1A1A"/>
                </a:solidFill>
                <a:latin typeface="Segoe UI"/>
              </a:rPr>
              <a:t>·  A rate ceiling in requests per minute per role keeps background work from out-shouting a person; a request meter attributes every call to a role and a task; long sessions compact into briefs.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5007229"/>
            <a:ext cx="2299716" cy="4110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30" b="0">
                <a:solidFill>
                  <a:srgbClr val="1A1A1A"/>
                </a:solidFill>
                <a:latin typeface="Segoe UI"/>
              </a:rPr>
              <a:t>·  So the marginal cost of a run is electricity, and the cloud key is a fallback you can leave unset.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002268" y="2779776"/>
            <a:ext cx="2628900" cy="3534029"/>
          </a:xfrm>
          <a:prstGeom prst="roundRect">
            <a:avLst/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66860" y="2944368"/>
            <a:ext cx="2299716" cy="189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3A3A3A"/>
                </a:solidFill>
                <a:latin typeface="Segoe UI"/>
              </a:rPr>
              <a:t>Secrets, supply chain, limits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6860" y="3225673"/>
            <a:ext cx="2299716" cy="6851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30" b="0">
                <a:solidFill>
                  <a:srgbClr val="1A1A1A"/>
                </a:solidFill>
                <a:latin typeface="Segoe UI"/>
              </a:rPr>
              <a:t>·  API keys, integration credentials, MCP headers and the runtime env live in one 0700 folder, files 0600, repaired on boot — a write-time fix never reaches an existing file.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66860" y="3956558"/>
            <a:ext cx="2299716" cy="2740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30" b="0">
                <a:solidFill>
                  <a:srgbClr val="1A1A1A"/>
                </a:solidFill>
                <a:latin typeface="Segoe UI"/>
              </a:rPr>
              <a:t>·  No CERT_NONE anywhere: every certificate is pinned and its hostname checked.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66860" y="4276344"/>
            <a:ext cx="2299716" cy="548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30" b="0">
                <a:solidFill>
                  <a:srgbClr val="1A1A1A"/>
                </a:solidFill>
                <a:latin typeface="Segoe UI"/>
              </a:rPr>
              <a:t>·  One build emits sonar/, blackduck/ and a CycloneDX SBOM; a heavy dependency was dropped and its repo-map vendored under Apache-2.0, 212 packages to 186.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66860" y="4870196"/>
            <a:ext cx="2299716" cy="82219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30" b="0">
                <a:solidFill>
                  <a:srgbClr val="1A1A1A"/>
                </a:solidFill>
                <a:latin typeface="Segoe UI"/>
              </a:rPr>
              <a:t>·  Published rather than implied: the kernel guard is a guard, not a sandbox; a shell can open a socket the policy never sees; fleet sync is unauthenticated by default; role tool filters fail OPEN so a typo cannot brick an agent.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The evidence — and the decisions we need from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Zero is the whole tree's number, read off the SonarQube API, not inferred from a green pipeline. It describes the PLATFORM only.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Measured on main @ 7d9e60ae, 2026-09-06. 0 unresolved issues and 0 hotspots across 71,204 lines in 542 files, 0.1% duplication. One GitLab build emits sonar/ (analysis, junit, coverage) and blackduck/ (inventory, SBOM) for the corporate scanners; a hermetic Docker target runs the suite clean-room.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316736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19072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bugs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0968" y="1316736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84120" y="1719072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vulnerabilities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10968" y="1353312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5008" y="1316736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8160" y="1719072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code smells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5008" y="1353312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9048" y="1316736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E6B52"/>
                </a:solidFill>
                <a:latin typeface="Segoe UI"/>
              </a:rPr>
              <a:t>A·A·A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1719072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all three Sonar ratings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9048" y="1353312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43088" y="1316736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8,606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16240" y="1719072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tests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43088" y="1353312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7128" y="1316736"/>
            <a:ext cx="1844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>
                <a:solidFill>
                  <a:srgbClr val="1F4E79"/>
                </a:solidFill>
                <a:latin typeface="Segoe UI"/>
              </a:rPr>
              <a:t>82.8%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60280" y="1719072"/>
            <a:ext cx="16977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coverage as Sonar scopes 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87128" y="1353312"/>
            <a:ext cx="9525" cy="566928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2157984"/>
            <a:ext cx="2628900" cy="4134993"/>
          </a:xfrm>
          <a:prstGeom prst="roundRect">
            <a:avLst/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2322576"/>
            <a:ext cx="2299716" cy="189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E6B52"/>
                </a:solidFill>
                <a:latin typeface="Segoe UI"/>
              </a:rPr>
              <a:t>Why the zero is real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2603881"/>
            <a:ext cx="2299716" cy="581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80" b="0">
                <a:solidFill>
                  <a:srgbClr val="1A1A1A"/>
                </a:solidFill>
                <a:latin typeface="Segoe UI"/>
              </a:rPr>
              <a:t>·  The scan covers the whole repository. An earlier config scanned two directories, reported zero, and CI still failed.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3230753"/>
            <a:ext cx="2299716" cy="1162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80" b="0">
                <a:solidFill>
                  <a:srgbClr val="1A1A1A"/>
                </a:solidFill>
                <a:latin typeface="Segoe UI"/>
              </a:rPr>
              <a:t>·  Duplicate build copies are excluded, so nothing is counted twice, and coverage is regenerated with every scan — one out-of-range line makes the whole report read 0%. The suite's own line coverage is 86.7%; Sonar reports 82.8% because it also counts files the unit suite never imports.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438777"/>
            <a:ext cx="2299716" cy="726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80" b="0">
                <a:solidFill>
                  <a:srgbClr val="1A1A1A"/>
                </a:solidFill>
                <a:latin typeface="Segoe UI"/>
              </a:rPr>
              <a:t>·  8,606 tests ran: 3 failed, 0 errors, 0 skipped. All three are the same file and all three need a model actually served on the shared endpoint, which was empty — stated rather than rounded to zero.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210937"/>
            <a:ext cx="2299716" cy="871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80" b="0">
                <a:solidFill>
                  <a:srgbClr val="1A1A1A"/>
                </a:solidFill>
                <a:latin typeface="Segoe UI"/>
              </a:rPr>
              <a:t>·  Nine standing vulnerabilities were closed by CHANGING CODE — TLS pinning, scheme validation, digest usage — after two earlier passes had triaged them as accepted decisions. They were decisions; they were the wrong ones.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78708" y="2157984"/>
            <a:ext cx="2628900" cy="4134993"/>
          </a:xfrm>
          <a:prstGeom prst="roundRect">
            <a:avLst/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43300" y="2322576"/>
            <a:ext cx="2299716" cy="189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C2F2F"/>
                </a:solidFill>
                <a:latin typeface="Segoe UI"/>
              </a:rPr>
              <a:t>What that number does NOT say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43300" y="2603881"/>
            <a:ext cx="2299716" cy="435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80" b="0">
                <a:solidFill>
                  <a:srgbClr val="1A1A1A"/>
                </a:solidFill>
                <a:latin typeface="Segoe UI"/>
              </a:rPr>
              <a:t>·  It is the platform's quality, not the agent's output. A tree with zero findings can still write a wrong patch.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43300" y="3085465"/>
            <a:ext cx="2299716" cy="1017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80" b="0">
                <a:solidFill>
                  <a:srgbClr val="1A1A1A"/>
                </a:solidFill>
                <a:latin typeface="Segoe UI"/>
              </a:rPr>
              <a:t>·  There is no evaluation harness: no frozen set of closed tickets replayed each release, no acceptance rate (merged without a rewrite), no edit distance between what the agent wrote and what shipped, and nothing re-run when the model is swapped.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43300" y="4148201"/>
            <a:ext cx="2299716" cy="435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80" b="0">
                <a:solidFill>
                  <a:srgbClr val="1A1A1A"/>
                </a:solidFill>
                <a:latin typeface="Segoe UI"/>
              </a:rPr>
              <a:t>·  No load test, so no honest number for developers per box, VRAM for a team of N, or wall-clock per ticket.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43300" y="4629785"/>
            <a:ext cx="2299716" cy="871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80" b="0">
                <a:solidFill>
                  <a:srgbClr val="1A1A1A"/>
                </a:solidFill>
                <a:latin typeface="Segoe UI"/>
              </a:rPr>
              <a:t>·  Backup is copying one folder, but there is no documented restore drill; traces record every tool call yet name the BOX, not a person, with no retention or tamper-evidence — good for debugging a run, not yet evidence for an auditor.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90488" y="2157984"/>
            <a:ext cx="2628900" cy="4134993"/>
          </a:xfrm>
          <a:prstGeom prst="roundRect">
            <a:avLst/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80" y="2322576"/>
            <a:ext cx="2299716" cy="189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4E79"/>
                </a:solidFill>
                <a:latin typeface="Segoe UI"/>
              </a:rPr>
              <a:t>Against the usual agent stack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2603881"/>
            <a:ext cx="2299716" cy="726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80" b="0">
                <a:solidFill>
                  <a:srgbClr val="1A1A1A"/>
                </a:solidFill>
                <a:latin typeface="Segoe UI"/>
              </a:rPr>
              <a:t>·  A vector database to install, tune and back up → markdown plus one SQLite in one folder; cat, grep and an editor instead of decoding embeddings; git-diffable instead of opaque rows.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3376041"/>
            <a:ext cx="2299716" cy="435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80" b="0">
                <a:solidFill>
                  <a:srgbClr val="1A1A1A"/>
                </a:solidFill>
                <a:latin typeface="Segoe UI"/>
              </a:rPr>
              <a:t>·  Dump-and-restore to move a machine → copy a folder. Hope the rows are gone → delete the folder.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3857625"/>
            <a:ext cx="2299716" cy="726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80" b="0">
                <a:solidFill>
                  <a:srgbClr val="1A1A1A"/>
                </a:solidFill>
                <a:latin typeface="Segoe UI"/>
              </a:rPr>
              <a:t>·  Vendor function-calling required → plain-text reasoning any model drives. The vendor's endpoint by default → the endpoint you set. Telemetry usually on → none, and no telemetry SDK in the lock.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4629785"/>
            <a:ext cx="2299716" cy="871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80" b="0">
                <a:solidFill>
                  <a:srgbClr val="1A1A1A"/>
                </a:solidFill>
                <a:latin typeface="Segoe UI"/>
              </a:rPr>
              <a:t>·  The comparison a budget faces: a per-seat assistant prices per developer per month and sends the source to its vendor; this prices as hardware you own. Cost is the easy half — output quality is the argument worth having.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02268" y="2157984"/>
            <a:ext cx="2628900" cy="4134993"/>
          </a:xfrm>
          <a:prstGeom prst="roundRect">
            <a:avLst/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66860" y="2322576"/>
            <a:ext cx="2299716" cy="1898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5B3A6E"/>
                </a:solidFill>
                <a:latin typeface="Segoe UI"/>
              </a:rPr>
              <a:t>Decisions we need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66860" y="2603881"/>
            <a:ext cx="2299716" cy="581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80" b="0">
                <a:solidFill>
                  <a:srgbClr val="1A1A1A"/>
                </a:solidFill>
                <a:latin typeface="Segoe UI"/>
              </a:rPr>
              <a:t>·  PROVE THE OUTPUT — fund the harness above. Nothing else settles the buy question, and it is days of work, not a quarter.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66860" y="3230753"/>
            <a:ext cx="2299716" cy="581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80" b="0">
                <a:solidFill>
                  <a:srgbClr val="1A1A1A"/>
                </a:solidFill>
                <a:latin typeface="Segoe UI"/>
              </a:rPr>
              <a:t>·  NAME AN OWNER — one author has written this platform. A second maintainer and a support rota before it is depended on company-wide.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66860" y="3857625"/>
            <a:ext cx="2299716" cy="435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80" b="0">
                <a:solidFill>
                  <a:srgbClr val="1A1A1A"/>
                </a:solidFill>
                <a:latin typeface="Segoe UI"/>
              </a:rPr>
              <a:t>·  WHERE THE ADMIN LIVES — one host holds the merged company memory. Which network, and who owns it?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66860" y="4339209"/>
            <a:ext cx="2299716" cy="726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80" b="0">
                <a:solidFill>
                  <a:srgbClr val="1A1A1A"/>
                </a:solidFill>
                <a:latin typeface="Segoe UI"/>
              </a:rPr>
              <a:t>·  BOUNDARY AND IDENTITY — three transports are held in-process; the shell still needs an OS firewall rule, and per-user identity is a decision, not a build.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66860" y="5111369"/>
            <a:ext cx="2299716" cy="435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80" b="0">
                <a:solidFill>
                  <a:srgbClr val="1A1A1A"/>
                </a:solidFill>
                <a:latin typeface="Segoe UI"/>
              </a:rPr>
              <a:t>·  SCANNER PROFILE — the corporate server runs analysers ours does not; confirm the profile so both agree.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