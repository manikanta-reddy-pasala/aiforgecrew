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/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/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/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/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/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Your code stays on your hardware and talks to your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One program, one port, one folder. Nothing else to install and nothing to phone home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specialists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ways to work with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· the specialists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your tools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Your own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running on your hardware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paid cloud model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if you add one yourself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This is a strong guard, not a sealed box: a firewall on the machine is still the outer wall, and we say so in the product's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your own network and machines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your own git remote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76656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6656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70832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80560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60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3840480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a run costs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224528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19872" y="4315968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cap on how often each specialist may call the model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19872" y="4654296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your model first; a paid one only after a real failure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517550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8C2F2F"/>
                </a:solidFill>
                <a:latin typeface="Segoe UI"/>
              </a:rPr>
              <a:t>What this does NOT do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" y="5431536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notebook cell shares the guard's own memory — it is a guard, not a sealed box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36208" y="5431536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shell can still open a connection the gate never sees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760720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sharing memory between machines is open until you lock it down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6208" y="5760720"/>
            <a:ext cx="541324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if a specialist's tool list has a typo, the specialist still 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It is a folder of text files and one small SQLite file — you can read it, search it, copy it to another machine, or delete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Your team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your team 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C2F2F"/>
                </a:solidFill>
                <a:latin typeface="Segoe U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its OWN work ever scored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What we cannot prove yet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no set of old tickets is replayed to score its work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no record of how often a person rewrites what it wrote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never load-tested, so no honest users-per-machine number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we need you to decide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pay for that scoring — it is the only thing that settles the question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name an owner and a stand-in: one person wrote all of this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pick the network that holds the company memory, and who owns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