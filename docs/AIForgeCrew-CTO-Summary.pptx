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FastAPI process on port 8799 — React UI, REST and streaming. Chat engine,</a:t>
            </a:r>
          </a:p>
          <a:p>
            <a:r>
              <a:t>agent pipeline, memory, integrations and job scheduler are libraries inside it.</a:t>
            </a:r>
          </a:p>
          <a:p>
            <a:r>
              <a:t>Python 3.12 and one model endpoint; no GPU, torch, Postgres, Neo4j, vector</a:t>
            </a:r>
          </a:p>
          <a:p>
            <a:r>
              <a:t>store or message broker. Runs on a desktop, a NUC, a server under systemd or a</a:t>
            </a:r>
          </a:p>
          <a:p>
            <a:r>
              <a:t>container, same single command; upgrade is git pull and run.sh, which converges</a:t>
            </a:r>
          </a:p>
          <a:p>
            <a:r>
              <a:t>the environment and migrates in place.</a:t>
            </a:r>
          </a:p>
          <a:p/>
          <a:p>
            <a:r>
              <a:t>The pipeline in full: Triage, Enhancer, Architect, Planner, Verifier, then a</a:t>
            </a:r>
          </a:p>
          <a:p>
            <a:r>
              <a:t>build loop of up to four parallel subtasks each in its own git worktree (Doer</a:t>
            </a:r>
          </a:p>
          <a:p>
            <a:r>
              <a:t>edits, tests run, Feedback reads failures, Refiner fixes), then Validator</a:t>
            </a:r>
          </a:p>
          <a:p>
            <a:r>
              <a:t>gates, Live-verifier runs the real recipe, Learner writes memory back, and the</a:t>
            </a:r>
          </a:p>
          <a:p>
            <a:r>
              <a:t>result is a merge request a human reviews. Reasoning is plain text, so any</a:t>
            </a:r>
          </a:p>
          <a:p>
            <a:r>
              <a:t>model drives it — no vendor function-calling needed. Simple mode writes, Plan</a:t>
            </a:r>
          </a:p>
          <a:p>
            <a:r>
              <a:t>mode is read-only, Team mode runs the whole pipeline.</a:t>
            </a:r>
          </a:p>
          <a:p/>
          <a:p>
            <a:r>
              <a:t>Rules, skills and workflows are markdown the agent writes and reuses; a nightly</a:t>
            </a:r>
          </a:p>
          <a:p>
            <a:r>
              <a:t>sweep merges near-duplicates so the prompt does not bloat, and a merge unions</a:t>
            </a:r>
          </a:p>
          <a:p>
            <a:r>
              <a:t>the members' scopes rather than silently narrowing one.</a:t>
            </a:r>
          </a:p>
          <a:p/>
          <a:p>
            <a:r>
              <a:t>Integrations: Jira 21 tools, Confluence 14, GitLab 10, plus GitHub, e-mail and</a:t>
            </a:r>
          </a:p>
          <a:p>
            <a:r>
              <a:t>any MCP server; a tool with no credentials hides itself rather than failing a</a:t>
            </a:r>
          </a:p>
          <a:p>
            <a:r>
              <a:t>turn. A tree-sitter and PageRank repo map plus 5 knowledge-graph tools choose</a:t>
            </a:r>
          </a:p>
          <a:p>
            <a:r>
              <a:t>context instead of pasting it. The real toolchain is present: persistent shell,</a:t>
            </a:r>
          </a:p>
          <a:p>
            <a:r>
              <a:t>language server, type-checker, test runner, IPython kernel. A local vision</a:t>
            </a:r>
          </a:p>
          <a:p>
            <a:r>
              <a:t>model can screenshot the running app and answer questions about it.</a:t>
            </a:r>
          </a:p>
          <a:p/>
          <a:p>
            <a:r>
              <a:t>If your estate runs its own certificate authority, one setting —</a:t>
            </a:r>
          </a:p>
          <a:p>
            <a:r>
              <a:t>AIFORGE_CA_BUNDLE — makes the model endpoint, Jira, Confluence, GitLab, git,</a:t>
            </a:r>
          </a:p>
          <a:p>
            <a:r>
              <a:t>curl and npm all trust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 that set the bar: a fetch the tool refused was rerouted through a</a:t>
            </a:r>
          </a:p>
          <a:p>
            <a:r>
              <a:t>shell curl, then through a notebook cell, and it worked. A boundary you can walk</a:t>
            </a:r>
          </a:p>
          <a:p>
            <a:r>
              <a:t>around by changing transport is a suggestion, so one module — net/egress.py —</a:t>
            </a:r>
          </a:p>
          <a:p>
            <a:r>
              <a:t>answers on all three paths and after every redirect, and a missing allow-list</a:t>
            </a:r>
          </a:p>
          <a:p>
            <a:r>
              <a:t>entry is DENIED rather than escalated to a human.</a:t>
            </a:r>
          </a:p>
          <a:p/>
          <a:p>
            <a:r>
              <a:t>Refused outbound: scp, rsync, sftp, ssh host 'cmd', curl -d/-F/-T, aws s3 cp,</a:t>
            </a:r>
          </a:p>
          <a:p>
            <a:r>
              <a:t>docker push, npm publish, git push to a URL, and bash's own &gt; /dev/tcp/host/port.</a:t>
            </a:r>
          </a:p>
          <a:p>
            <a:r>
              <a:t>Inbound: web fetch, crawl, headless browser, @mention expansion. Web SEARCH was</a:t>
            </a:r>
          </a:p>
          <a:p>
            <a:r>
              <a:t>deleted outright because the query string is our own data leaving the box, and</a:t>
            </a:r>
          </a:p>
          <a:p>
            <a:r>
              <a:t>deleting the tool closed nothing until the refusal moved to the fetch layer.</a:t>
            </a:r>
          </a:p>
          <a:p>
            <a:r>
              <a:t>AIFORGE_EGRESS_OFF closes everything in one switch; per-class switches cover</a:t>
            </a:r>
          </a:p>
          <a:p>
            <a:r>
              <a:t>integrations, e-mail, telemetry, MCP and fleet sync. Loopback, LAN, a local</a:t>
            </a:r>
          </a:p>
          <a:p>
            <a:r>
              <a:t>registry and a git push to a named remote stay allowed on purpose — a control</a:t>
            </a:r>
          </a:p>
          <a:p>
            <a:r>
              <a:t>that blocks ordinary work is a control that gets switched off.</a:t>
            </a:r>
          </a:p>
          <a:p/>
          <a:p>
            <a:r>
              <a:t>Access: a token is required on every API route but health; a non-loopback bind</a:t>
            </a:r>
          </a:p>
          <a:p>
            <a:r>
              <a:t>with NO token refuses to boot, and the guard inspects the real server rather</a:t>
            </a:r>
          </a:p>
          <a:p>
            <a:r>
              <a:t>than an env var only run.sh sets. Loopback trust must be declared, because</a:t>
            </a:r>
          </a:p>
          <a:p>
            <a:r>
              <a:t>behind a same-host reverse proxy every request looks like 127.0.0.1 — which was</a:t>
            </a:r>
          </a:p>
          <a:p>
            <a:r>
              <a:t>a full auth bypass. CORS is an allow-list, never a wildcard. The limits: one</a:t>
            </a:r>
          </a:p>
          <a:p>
            <a:r>
              <a:t>shared token, so no per-user identity or SSO yet.</a:t>
            </a:r>
          </a:p>
          <a:p/>
          <a:p>
            <a:r>
              <a:t>Untrusted input: a ticket description, a fetched page or a review comment</a:t>
            </a:r>
          </a:p>
          <a:p>
            <a:r>
              <a:t>reaches the model beside your own instruction and we do not classify it. So the</a:t>
            </a:r>
          </a:p>
          <a:p>
            <a:r>
              <a:t>answer is containment: the refusal is code rather than model judgement, 20</a:t>
            </a:r>
          </a:p>
          <a:p>
            <a:r>
              <a:t>external-write tools ask a human, file tools are clamped to the workspace, Plan</a:t>
            </a:r>
          </a:p>
          <a:p>
            <a:r>
              <a:t>mode cannot write, and unattended runs refuse writes outright.</a:t>
            </a:r>
          </a:p>
          <a:p/>
          <a:p>
            <a:r>
              <a:t>Certificates and secrets: no CERT_NONE anywhere. One AIFORGE_CA_BUNDLE covers</a:t>
            </a:r>
          </a:p>
          <a:p>
            <a:r>
              <a:t>the model endpoint, the integrations, our own HTTP and every subprocess (git,</a:t>
            </a:r>
          </a:p>
          <a:p>
            <a:r>
              <a:t>curl, npm); otherwise a self-signed host is pinned on first use. Credentials,</a:t>
            </a:r>
          </a:p>
          <a:p>
            <a:r>
              <a:t>MCP headers and the runtime env live in one 0700 folder, files 0600, repaired</a:t>
            </a:r>
          </a:p>
          <a:p>
            <a:r>
              <a:t>on boot.</a:t>
            </a:r>
          </a:p>
          <a:p/>
          <a:p>
            <a:r>
              <a:t>Cost: a rate ceiling in requests per minute per role keeps background work from</a:t>
            </a:r>
          </a:p>
          <a:p>
            <a:r>
              <a:t>out-shouting a person, a request meter attributes every call to a role and a</a:t>
            </a:r>
          </a:p>
          <a:p>
            <a:r>
              <a:t>task, long sessions compact into briefs, and escalation to a cloud model</a:t>
            </a:r>
          </a:p>
          <a:p>
            <a:r>
              <a:t>happens only after a local failure and only if you registered one. With a local</a:t>
            </a:r>
          </a:p>
          <a:p>
            <a:r>
              <a:t>endpoint the marginal cost of a run is electricity.</a:t>
            </a:r>
          </a:p>
          <a:p/>
          <a:p>
            <a:r>
              <a:t>Every control above began as a bypass that WORKED in testing, and each is</a:t>
            </a:r>
          </a:p>
          <a:p>
            <a:r>
              <a:t>pinned by a test verified to fail on the tree before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in detail. Each machine compacts what it learned locally. A redaction</a:t>
            </a:r>
          </a:p>
          <a:p>
            <a:r>
              <a:t>filter runs on the CLIENT before anything is advertised: credential-shaped and</a:t>
            </a:r>
          </a:p>
          <a:p>
            <a:r>
              <a:t>private notes are BLOCKED, never quietly edited. One team admin is the only</a:t>
            </a:r>
          </a:p>
          <a:p>
            <a:r>
              <a:t>merger, folding into per-group trees so two teams cannot mix, and one admin can</a:t>
            </a:r>
          </a:p>
          <a:p>
            <a:r>
              <a:t>serve many independent fleets — groups are discovered from the admin rather</a:t>
            </a:r>
          </a:p>
          <a:p>
            <a:r>
              <a:t>than hardcoded. Only distilled knowledge nodes travel; transcripts, captures</a:t>
            </a:r>
          </a:p>
          <a:p>
            <a:r>
              <a:t>and working notes never leave the machine that made them. Every merge is</a:t>
            </a:r>
          </a:p>
          <a:p>
            <a:r>
              <a:t>snapshotted and a revert endpoint restores it. Sync is spoke-initiated, so</a:t>
            </a:r>
          </a:p>
          <a:p>
            <a:r>
              <a:t>laptops behind NAT just work, and moving a machine is copying a directory.</a:t>
            </a:r>
          </a:p>
          <a:p>
            <a:r>
              <a:t>Deploy note: the admin holds the merged fold — bind it to the LAN or a</a:t>
            </a:r>
          </a:p>
          <a:p>
            <a:r>
              <a:t>WireGuard network, because the sync surface is open by default on purpose.</a:t>
            </a:r>
          </a:p>
          <a:p/>
          <a:p>
            <a:r>
              <a:t>The quality numbers are the PLATFORM's, read off the scanner API rather than</a:t>
            </a:r>
          </a:p>
          <a:p>
            <a:r>
              <a:t>inferred from a green pipeline: 0 bugs, 0 vulnerabilities, 0 code smells, A/A/A</a:t>
            </a:r>
          </a:p>
          <a:p>
            <a:r>
              <a:t>ratings, 8,606 tests, 82.8% coverage as Sonar scopes it (86.7% by pytest-cov on</a:t>
            </a:r>
          </a:p>
          <a:p>
            <a:r>
              <a:t>the same run), 71,204 lines, 542 files, 0.1% duplication. Three test failures</a:t>
            </a:r>
          </a:p>
          <a:p>
            <a:r>
              <a:t>are named rather than rounded away: all three need a model actually served on</a:t>
            </a:r>
          </a:p>
          <a:p>
            <a:r>
              <a:t>the shared endpoint, which was empty. Nine standing vulnerabilities were closed</a:t>
            </a:r>
          </a:p>
          <a:p>
            <a:r>
              <a:t>by changing code — TLS pinning, scheme validation, digest usage — after two</a:t>
            </a:r>
          </a:p>
          <a:p>
            <a:r>
              <a:t>earlier passes had triaged them as accepted decisions.</a:t>
            </a:r>
          </a:p>
          <a:p/>
          <a:p>
            <a:r>
              <a:t>What that number does NOT say: it is the platform's quality, not the agent's</a:t>
            </a:r>
          </a:p>
          <a:p>
            <a:r>
              <a:t>output. There is no evaluation harness — no frozen set of closed tickets</a:t>
            </a:r>
          </a:p>
          <a:p>
            <a:r>
              <a:t>replayed each release, no acceptance rate, no edit distance between what the</a:t>
            </a:r>
          </a:p>
          <a:p>
            <a:r>
              <a:t>agent wrote and what shipped, and nothing re-run when the model is swapped.</a:t>
            </a:r>
          </a:p>
          <a:p>
            <a:r>
              <a:t>There is no load test, so no honest number for users per box, VRAM for a team</a:t>
            </a:r>
          </a:p>
          <a:p>
            <a:r>
              <a:t>of N, or wall-clock per ticket. Backup is copying one folder, but there is no</a:t>
            </a:r>
          </a:p>
          <a:p>
            <a:r>
              <a:t>documented restore drill, and the traces that record every tool call name the</a:t>
            </a:r>
          </a:p>
          <a:p>
            <a:r>
              <a:t>BOX rather than a person, with no retention or tamper-evidence.</a:t>
            </a:r>
          </a:p>
          <a:p/>
          <a:p>
            <a:r>
              <a:t>The full ask list: fund the scoring harness; name an owner and a support rota;</a:t>
            </a:r>
          </a:p>
          <a:p>
            <a:r>
              <a:t>decide which network holds the merged company memory and who owns it; add the</a:t>
            </a:r>
          </a:p>
          <a:p>
            <a:r>
              <a:t>OS-level firewall rule the shell still needs and decide on per-user identity;</a:t>
            </a:r>
          </a:p>
          <a:p>
            <a:r>
              <a:t>and confirm the corporate scanner profile so both servers 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AIForgeCrew — a coding agent you run on your own machines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Give it a ticket, get back a merge request. Our code stays on our hardware and talks to our own model.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things it can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096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412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agents it runs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1096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500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816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ways to run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00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databases to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308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8,606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624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4308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71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602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code-scan findings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712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8" y="2103120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A ticket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from Jira or GitLab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70048" y="2304288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66928" y="2578608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E6B52"/>
                </a:solidFill>
                <a:latin typeface="Segoe UI"/>
              </a:rPr>
              <a:t>A chat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ask · plan · delegate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670048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66928" y="3054096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5B3A6E"/>
                </a:solidFill>
                <a:latin typeface="Segoe UI"/>
              </a:rPr>
              <a:t>A schedule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runs while you sleep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70048" y="3255264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145536" y="2103120"/>
            <a:ext cx="2651760" cy="135331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One program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chat · the agents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memory · our tools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the scheduler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97296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272784" y="2103120"/>
            <a:ext cx="2468880" cy="135331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Our own model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running on our hardware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paid cloud model only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if we add one yourself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15984" y="2103120"/>
            <a:ext cx="2615184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4E79"/>
                </a:solidFill>
                <a:latin typeface="Segoe UI"/>
              </a:rPr>
              <a:t>No database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vector store, no Postgres,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Neo4j, no queue, no GPU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just files and one small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SQLite file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65760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Segoe UI"/>
              </a:rPr>
              <a:t>What happens to one ticket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Understand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26771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4144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Plan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14223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31596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Write code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01675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19048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Test and fix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9127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06500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5B3A6E"/>
                </a:solidFill>
                <a:latin typeface="Segoe UI"/>
              </a:rPr>
              <a:t>Check it works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579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9395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Merge 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443984"/>
            <a:ext cx="11064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up to four pieces of the job run side by side, each in its own copy of the repo  ·  a person reviews the merge request — nothing merges itself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It writes down what it learns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31520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Rules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29968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28416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Workflows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53712" y="5340096"/>
            <a:ext cx="8595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tidied nightly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687568"/>
            <a:ext cx="5157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plain text files it writes for itself, so a fix found once becomes a step it repeats — and duplicates get merged every night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476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It plugs into the tools you already have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Jira 21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33488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Confluence 14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57616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GitLab 10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81744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GitHub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405872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e-mail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5687568"/>
            <a:ext cx="5157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plus any MCP server, a map of your codebase, a real shell and test runner, and a local model that can look at your screen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Nothing gets out unless you allow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Everything the agent does goes through one gate — a tool, a shell command or a notebook cell all get the same answer.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known weaknesses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9776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2928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items to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2624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usage data sent anywhere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2624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connections that skip certificate checks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5472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8A5A00"/>
                </a:solidFill>
                <a:latin typeface="Segoe UI"/>
              </a:rP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1472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actions that ask you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2103120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the agent runs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web · Jira · tools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82112" y="2313432"/>
            <a:ext cx="475488" cy="28346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66928" y="2596896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types in a shell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curl · scp · ssh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182112" y="2596896"/>
            <a:ext cx="475488" cy="210312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" y="3090672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runs in a notebook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its own code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182112" y="2596896"/>
            <a:ext cx="475488" cy="7040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657600" y="2103120"/>
            <a:ext cx="2103120" cy="13167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One 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same answer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every time, even after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redirect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 on the list = NO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60720" y="2395728"/>
            <a:ext cx="457200" cy="0"/>
          </a:xfrm>
          <a:prstGeom prst="line">
            <a:avLst/>
          </a:prstGeom>
          <a:ln w="19050">
            <a:solidFill>
              <a:srgbClr val="1E6B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60720" y="3017520"/>
            <a:ext cx="457200" cy="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217920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Allowed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09360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our own network and machines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pushing to our own git remote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deploying to a server you named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15984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Refused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15984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copying files to an outside host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07424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uploading to cloud storage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07424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web search — removed completely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Who can get in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76656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every request needs a key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6656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on a public address with no key, it refuses to start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70832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Text it reads is not an order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70832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480560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a ticket or web page could try to steer 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so we box it in rather than try to spot 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10144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Every action is written down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10144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19872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each run keeps a readable record of every step it took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19872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20 actions that reach outside stop and ask a person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4974336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Our code never leaves the building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5358384"/>
            <a:ext cx="54864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94944" y="5449824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prompts and code go only to the model we point it at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4944" y="5788152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with that model on our own hardware, it runs with the network off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44768" y="4974336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Our keys and our certificates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5358384"/>
            <a:ext cx="54864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272784" y="5449824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keys sit in one locked folder and are never shown back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72784" y="5788152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our own certificate authority is added in Settings, no restart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one person learns, the whole company keeps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Each machine learns on its own. Secrets are stripped, a team lead merges the rest, and other teams read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One machine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learns from every run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nothing raw ever leaves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4096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38144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Secrets stripped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passwords and private notes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are blocked, not edited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Our team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lead merges it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into the team's memory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96528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80576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The company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other teams read it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teams stay separate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What our team gets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fix found once is known by everyone tomorrow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new joiner reads the team's real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people leave, their know-how stays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What the company gets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0832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60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one place serves many teams at once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each team's memory stays its own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nothing to run: it is files in a folder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74736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What legal and audit 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6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84464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passwords are blocked before sharing, not after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84464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every merge is saved and can be undone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delete the folder and it is gone — no second copy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bugs found by the scanner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9776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52928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weaknesses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79776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92624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8,606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65776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92624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5472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82.8%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8624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of the code covered by tests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5472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0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A·A·A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1472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scanner ratings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18320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66928" y="4754880"/>
            <a:ext cx="5029200" cy="38404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3A3A3A"/>
                </a:solidFill>
                <a:latin typeface="Segoe UI"/>
              </a:rPr>
              <a:t>What it asks of us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138928"/>
            <a:ext cx="502920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76656" y="5230368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3A3A3A"/>
                </a:solidFill>
                <a:latin typeface="Segoe UI"/>
              </a:rPr>
              <a:t>one machine with a model on it — a desktop, a NUC or a server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6656" y="5568696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3A3A3A"/>
                </a:solidFill>
                <a:latin typeface="Segoe UI"/>
              </a:rPr>
              <a:t>one folder to back up; copy it and the machine has moved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6656" y="5907024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3A3A3A"/>
                </a:solidFill>
                <a:latin typeface="Segoe UI"/>
              </a:rPr>
              <a:t>upgrades pull and restart; the data migrates itself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79008" y="4754880"/>
            <a:ext cx="5852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How we would roll it out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79008" y="5138928"/>
            <a:ext cx="5852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5230368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one team runs it on real tickets and keeps what it learns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88736" y="5568696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a second team joins the same admin — the memory is already there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88736" y="5907024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company-wide once two teams have run it for a month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