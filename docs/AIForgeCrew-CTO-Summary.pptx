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FastAPI process, port 8799, React UI plus REST and streaming; chat engine,</a:t>
            </a:r>
          </a:p>
          <a:p>
            <a:r>
              <a:t>agent pipeline, memory, integrations and job scheduler are libraries inside it.</a:t>
            </a:r>
          </a:p>
          <a:p>
            <a:r>
              <a:t>Python 3.12 and one model endpoint; no GPU, torch, Postgres, Neo4j, vector</a:t>
            </a:r>
          </a:p>
          <a:p>
            <a:r>
              <a:t>store or message broker. Runs on a desktop, a NUC, a server under systemd or a</a:t>
            </a:r>
          </a:p>
          <a:p>
            <a:r>
              <a:t>container — the same single command, and an unset admin URL means this box is</a:t>
            </a:r>
          </a:p>
          <a:p>
            <a:r>
              <a:t>it. Upgrade is git pull and run.sh, which converges the environment and</a:t>
            </a:r>
          </a:p>
          <a:p>
            <a:r>
              <a:t>migrates in place.</a:t>
            </a:r>
          </a:p>
          <a:p/>
          <a:p>
            <a:r>
              <a:t>Pipeline: Triage, Enhancer, Architect, Planner, Verifier, then a build loop of</a:t>
            </a:r>
          </a:p>
          <a:p>
            <a:r>
              <a:t>up to four parallel subtasks each in its own git worktree (Doer edits, tests</a:t>
            </a:r>
          </a:p>
          <a:p>
            <a:r>
              <a:t>run, Feedback reads failures, Refiner fixes), then Validator gates,</a:t>
            </a:r>
          </a:p>
          <a:p>
            <a:r>
              <a:t>Live-verifier runs the real recipe, Learner writes memory back, and the result</a:t>
            </a:r>
          </a:p>
          <a:p>
            <a:r>
              <a:t>is a merge request a human reviews. Reasoning is plain text, so any model</a:t>
            </a:r>
          </a:p>
          <a:p>
            <a:r>
              <a:t>drives it — no vendor function-calling. Simple mode writes, Plan mode is</a:t>
            </a:r>
          </a:p>
          <a:p>
            <a:r>
              <a:t>read-only, Team mode runs the pipeline.</a:t>
            </a:r>
          </a:p>
          <a:p/>
          <a:p>
            <a:r>
              <a:t>Library: rules, skills and workflows are markdown the agent writes and reuses;</a:t>
            </a:r>
          </a:p>
          <a:p>
            <a:r>
              <a:t>a nightly sweep merges near-duplicates so the prompt does not bloat, and a</a:t>
            </a:r>
          </a:p>
          <a:p>
            <a:r>
              <a:t>merge unions the members' scopes rather than silently narrowing one.</a:t>
            </a:r>
          </a:p>
          <a:p/>
          <a:p>
            <a:r>
              <a:t>Memory: each desktop compacts locally, a client-side redaction filter blocks</a:t>
            </a:r>
          </a:p>
          <a:p>
            <a:r>
              <a:t>credential-shaped and private notes before anything is advertised, one team</a:t>
            </a:r>
          </a:p>
          <a:p>
            <a:r>
              <a:t>admin merges, and one admin can serve many independent fleets. Only distilled</a:t>
            </a:r>
          </a:p>
          <a:p>
            <a:r>
              <a:t>knowledge nodes travel; transcripts, captures and working notes never leave the</a:t>
            </a:r>
          </a:p>
          <a:p>
            <a:r>
              <a:t>machine that made them. Every merge is snapshotted with a revert endpoint.</a:t>
            </a:r>
          </a:p>
          <a:p/>
          <a:p>
            <a:r>
              <a:t>Integrations: Jira 21 tools, Confluence 14, GitLab 10, plus GitHub, email and</a:t>
            </a:r>
          </a:p>
          <a:p>
            <a:r>
              <a:t>any MCP server; a tool with no credentials hides itself. A tree-sitter and</a:t>
            </a:r>
          </a:p>
          <a:p>
            <a:r>
              <a:t>PageRank repo map plus 5 knowledge-graph tools choose context instead of</a:t>
            </a:r>
          </a:p>
          <a:p>
            <a:r>
              <a:t>pasting it. A local vision model can screenshot the running app. The real</a:t>
            </a:r>
          </a:p>
          <a:p>
            <a:r>
              <a:t>toolchain is present: shell, language server, type-checker, test runner, an</a:t>
            </a:r>
          </a:p>
          <a:p>
            <a:r>
              <a:t>IPython kernel.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 that set the bar: a fetch the tool refused was rerouted through a</a:t>
            </a:r>
          </a:p>
          <a:p>
            <a:r>
              <a:t>shell curl, then through a notebook cell, and it worked. A boundary you can</a:t>
            </a:r>
          </a:p>
          <a:p>
            <a:r>
              <a:t>walk around by changing transport is a suggestion, so one module answers on all</a:t>
            </a:r>
          </a:p>
          <a:p>
            <a:r>
              <a:t>three paths and after every redirect, and a missing allow-list entry is DENIED</a:t>
            </a:r>
          </a:p>
          <a:p>
            <a:r>
              <a:t>rather than escalated to a human.</a:t>
            </a:r>
          </a:p>
          <a:p/>
          <a:p>
            <a:r>
              <a:t>Outbound, refused: scp, rsync, sftp, ssh host 'cmd', curl -d/-F/-T, aws s3 cp,</a:t>
            </a:r>
          </a:p>
          <a:p>
            <a:r>
              <a:t>docker push, npm publish, git push to a URL, and bash's own &gt; /dev/tcp/host/port.</a:t>
            </a:r>
          </a:p>
          <a:p>
            <a:r>
              <a:t>Inbound: web fetch, crawl, headless browser, @mention expansion. Web SEARCH was</a:t>
            </a:r>
          </a:p>
          <a:p>
            <a:r>
              <a:t>deleted outright because the query string is our own data leaving the box, and</a:t>
            </a:r>
          </a:p>
          <a:p>
            <a:r>
              <a:t>deleting the tool closed nothing until the refusal moved to the fetch layer.</a:t>
            </a:r>
          </a:p>
          <a:p>
            <a:r>
              <a:t>AIFORGE_EGRESS_OFF closes everything in one switch; per-class switches cover</a:t>
            </a:r>
          </a:p>
          <a:p>
            <a:r>
              <a:t>integrations, email, telemetry, MCP and fleet sync. Loopback, LAN, a local</a:t>
            </a:r>
          </a:p>
          <a:p>
            <a:r>
              <a:t>registry and a git push to a named remote stay allowed on purpose — a control</a:t>
            </a:r>
          </a:p>
          <a:p>
            <a:r>
              <a:t>that blocks ordinary work is a control that gets switched off.</a:t>
            </a:r>
          </a:p>
          <a:p/>
          <a:p>
            <a:r>
              <a:t>Access: a token is required on every API route but health; a non-loopback bind</a:t>
            </a:r>
          </a:p>
          <a:p>
            <a:r>
              <a:t>with NO token refuses to boot, and the guard inspects the real server rather</a:t>
            </a:r>
          </a:p>
          <a:p>
            <a:r>
              <a:t>than an env var only run.sh sets. Loopback trust must be declared, because</a:t>
            </a:r>
          </a:p>
          <a:p>
            <a:r>
              <a:t>behind a same-host reverse proxy every request looks like 127.0.0.1 — which was</a:t>
            </a:r>
          </a:p>
          <a:p>
            <a:r>
              <a:t>a full auth bypass. CORS is an allow-list, never a wildcard. Limits: one shared</a:t>
            </a:r>
          </a:p>
          <a:p>
            <a:r>
              <a:t>token, so no per-user identity or SSO yet, and fleet sync is open unless closed.</a:t>
            </a:r>
          </a:p>
          <a:p/>
          <a:p>
            <a:r>
              <a:t>Untrusted input: a ticket description, a fetched page or a review comment</a:t>
            </a:r>
          </a:p>
          <a:p>
            <a:r>
              <a:t>reaches the model beside your own instruction and we do not classify it. So the</a:t>
            </a:r>
          </a:p>
          <a:p>
            <a:r>
              <a:t>answer is containment: the egress refusal is code rather than model judgement,</a:t>
            </a:r>
          </a:p>
          <a:p>
            <a:r>
              <a:t>the 20 external-write tools ask a human, file tools are clamped to the</a:t>
            </a:r>
          </a:p>
          <a:p>
            <a:r>
              <a:t>workspace, Plan mode cannot write, and unattended runs refuse writes outright.</a:t>
            </a:r>
          </a:p>
          <a:p/>
          <a:p>
            <a:r>
              <a:t>Trust and secrets: no CERT_NONE anywhere — each endpoint's certificate is</a:t>
            </a:r>
          </a:p>
          <a:p>
            <a:r>
              <a:t>verified, and one AIFORGE_CA_BUNDLE covers the model endpoint, the</a:t>
            </a:r>
          </a:p>
          <a:p>
            <a:r>
              <a:t>integrations, AIForge's own HTTP and every subprocess (git, curl, npm), or a</a:t>
            </a:r>
          </a:p>
          <a:p>
            <a:r>
              <a:t>self-signed host is pinned on first use. Credentials, MCP headers and the</a:t>
            </a:r>
          </a:p>
          <a:p>
            <a:r>
              <a:t>runtime env live in one 0700 folder, files 0600, repaired on boot.</a:t>
            </a:r>
          </a:p>
          <a:p/>
          <a:p>
            <a:r>
              <a:t>Cost: a rate ceiling in requests per minute per role keeps background work from</a:t>
            </a:r>
          </a:p>
          <a:p>
            <a:r>
              <a:t>out-shouting a person, a request meter attributes every call to a role and a</a:t>
            </a:r>
          </a:p>
          <a:p>
            <a:r>
              <a:t>task, long sessions compact into briefs, and escalation to a cloud model</a:t>
            </a:r>
          </a:p>
          <a:p>
            <a:r>
              <a:t>happens only after a local failure and only if you registered one. With a local</a:t>
            </a:r>
          </a:p>
          <a:p>
            <a:r>
              <a:t>endpoint the marginal cost of a run is electricity.</a:t>
            </a:r>
          </a:p>
          <a:p/>
          <a:p>
            <a:r>
              <a:t>Supply chain: one build emits sonar/, blackduck/ and a CycloneDX SBOM; a heavy</a:t>
            </a:r>
          </a:p>
          <a:p>
            <a:r>
              <a:t>dependency was dropped and its repo-map vendored under Apache-2.0, 212 packages</a:t>
            </a:r>
          </a:p>
          <a:p>
            <a:r>
              <a:t>to 186. Every control above began as a bypass that WORKED in testing, and each</a:t>
            </a:r>
          </a:p>
          <a:p>
            <a:r>
              <a:t>is pinned by a test verified to fail on the tree before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zero is real: the scan covers the whole repository — an earlier config</a:t>
            </a:r>
          </a:p>
          <a:p>
            <a:r>
              <a:t>scanned two directories, reported zero, and CI still failed. Duplicate build</a:t>
            </a:r>
          </a:p>
          <a:p>
            <a:r>
              <a:t>copies are excluded so nothing is counted twice, and coverage is regenerated</a:t>
            </a:r>
          </a:p>
          <a:p>
            <a:r>
              <a:t>with every scan because one out-of-range line makes the whole report read 0%.</a:t>
            </a:r>
          </a:p>
          <a:p>
            <a:r>
              <a:t>The suite's own line coverage is 86.7%; Sonar reports 82.8% because it also</a:t>
            </a:r>
          </a:p>
          <a:p>
            <a:r>
              <a:t>counts files the unit suite never imports. 8,606 tests ran: 3 failed, 0 errors,</a:t>
            </a:r>
          </a:p>
          <a:p>
            <a:r>
              <a:t>0 skipped, all three in one file needing a model actually served on the shared</a:t>
            </a:r>
          </a:p>
          <a:p>
            <a:r>
              <a:t>endpoint, which was empty — stated rather than rounded to zero. Nine standing</a:t>
            </a:r>
          </a:p>
          <a:p>
            <a:r>
              <a:t>vulnerabilities were closed by CHANGING CODE (TLS pinning, scheme validation,</a:t>
            </a:r>
          </a:p>
          <a:p>
            <a:r>
              <a:t>digest usage) after two earlier passes had triaged them as accepted decisions.</a:t>
            </a:r>
          </a:p>
          <a:p>
            <a:r>
              <a:t>They were decisions; they were the wrong ones.</a:t>
            </a:r>
          </a:p>
          <a:p/>
          <a:p>
            <a:r>
              <a:t>What the number does not say: it is the platform's quality, not the agent's</a:t>
            </a:r>
          </a:p>
          <a:p>
            <a:r>
              <a:t>output. A tree with zero findings can still write a wrong patch. There is no</a:t>
            </a:r>
          </a:p>
          <a:p>
            <a:r>
              <a:t>evaluation harness — no frozen set of closed tickets replayed each release, no</a:t>
            </a:r>
          </a:p>
          <a:p>
            <a:r>
              <a:t>acceptance rate (merged without a rewrite), no edit distance between what the</a:t>
            </a:r>
          </a:p>
          <a:p>
            <a:r>
              <a:t>agent wrote and what shipped, and nothing re-run when the model is swapped.</a:t>
            </a:r>
          </a:p>
          <a:p>
            <a:r>
              <a:t>There is no load test, so no honest number for developers per box, VRAM for a</a:t>
            </a:r>
          </a:p>
          <a:p>
            <a:r>
              <a:t>team of N, or wall-clock per ticket. Backup is copying one folder, but there is</a:t>
            </a:r>
          </a:p>
          <a:p>
            <a:r>
              <a:t>no documented restore drill, and the traces that record every tool call name</a:t>
            </a:r>
          </a:p>
          <a:p>
            <a:r>
              <a:t>the BOX rather than a person, with no retention or tamper-evidence: good for</a:t>
            </a:r>
          </a:p>
          <a:p>
            <a:r>
              <a:t>debugging a run, not yet evidence for an auditor.</a:t>
            </a:r>
          </a:p>
          <a:p/>
          <a:p>
            <a:r>
              <a:t>The comparison a budget actually faces: a per-seat assistant prices per</a:t>
            </a:r>
          </a:p>
          <a:p>
            <a:r>
              <a:t>developer per month and sends the source to its vendor; this prices as hardware</a:t>
            </a:r>
          </a:p>
          <a:p>
            <a:r>
              <a:t>you already own and sends it to the endpoint you set. Cost is the easy half —</a:t>
            </a:r>
          </a:p>
          <a:p>
            <a:r>
              <a:t>output quality is the argument worth having, which is why the first ask is to</a:t>
            </a:r>
          </a:p>
          <a:p>
            <a:r>
              <a:t>fund the harness.</a:t>
            </a:r>
          </a:p>
          <a:p/>
          <a:p>
            <a:r>
              <a:t>The five asks, in order: prove the output; name an owner and a support rota;</a:t>
            </a:r>
          </a:p>
          <a:p>
            <a:r>
              <a:t>decide which network holds the merged company memory and who owns it; add the</a:t>
            </a:r>
          </a:p>
          <a:p>
            <a:r>
              <a:t>OS-level firewall rule the shell still needs and decide on per-user identity;</a:t>
            </a:r>
          </a:p>
          <a:p>
            <a:r>
              <a:t>and confirm the corporate scanner profile so both servers 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AIForgeCrew — a coding agent platform you run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 ticket becomes a merge request. On your hardware, against your model, with no database anywhere in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One Python service, one port, one folder of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096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412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agent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096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500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chat modes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500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904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databases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308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8,606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624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308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71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602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Sonar findings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712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103120"/>
            <a:ext cx="1920240" cy="43891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Ticket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Jira · GitLab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487168" y="2322576"/>
            <a:ext cx="530352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66928" y="2615184"/>
            <a:ext cx="1920240" cy="43891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E6B52"/>
                </a:solidFill>
                <a:latin typeface="Segoe UI"/>
              </a:rPr>
              <a:t>Chat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ask · plan · team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2487168" y="2615184"/>
            <a:ext cx="530352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928" y="3127248"/>
            <a:ext cx="1920240" cy="43891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5B3A6E"/>
                </a:solidFill>
                <a:latin typeface="Segoe UI"/>
              </a:rPr>
              <a:t>Schedule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cron, unattended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487168" y="2615184"/>
            <a:ext cx="530352" cy="73152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017520" y="2103120"/>
            <a:ext cx="3017520" cy="14630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One process · :8799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chat engine · pipeline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memory · integrations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scheduler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35040" y="2834640"/>
            <a:ext cx="5486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83680" y="2103120"/>
            <a:ext cx="2377440" cy="14630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Your endpoint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LM Studio · vLLM · mlx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 hardware you own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cloud only if YOU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register one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2103120"/>
            <a:ext cx="2395728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4E79"/>
                </a:solidFill>
                <a:latin typeface="Segoe UI"/>
              </a:rPr>
              <a:t>No database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vector store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Postgres · no Neo4j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broker · no GPU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markdown + one SQLite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511295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How a ticket becomes a merge request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3749039"/>
            <a:ext cx="1316736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1F4E79"/>
                </a:solidFill>
                <a:latin typeface="Segoe UI"/>
              </a:rPr>
              <a:t>Triage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883664" y="3941063"/>
            <a:ext cx="1188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2002536" y="3749039"/>
            <a:ext cx="1316736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1F4E79"/>
                </a:solidFill>
                <a:latin typeface="Segoe UI"/>
              </a:rPr>
              <a:t>Enhancer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319272" y="3941063"/>
            <a:ext cx="1188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438144" y="3749039"/>
            <a:ext cx="1316736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1F4E79"/>
                </a:solidFill>
                <a:latin typeface="Segoe UI"/>
              </a:rPr>
              <a:t>Architect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754880" y="3941063"/>
            <a:ext cx="1188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873752" y="3749039"/>
            <a:ext cx="1316736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1F4E79"/>
                </a:solidFill>
                <a:latin typeface="Segoe UI"/>
              </a:rPr>
              <a:t>Planner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190488" y="3941063"/>
            <a:ext cx="1188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309360" y="3749039"/>
            <a:ext cx="1316736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1F4E79"/>
                </a:solidFill>
                <a:latin typeface="Segoe UI"/>
              </a:rPr>
              <a:t>Verifier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26096" y="3941063"/>
            <a:ext cx="16459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790688" y="3749039"/>
            <a:ext cx="1920240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1E6B52"/>
                </a:solidFill>
                <a:latin typeface="Segoe UI"/>
              </a:rPr>
              <a:t>Build loop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710928" y="3941063"/>
            <a:ext cx="1188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829800" y="3749039"/>
            <a:ext cx="1801368" cy="38404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3A3A3A"/>
                </a:solidFill>
                <a:latin typeface="Segoe UI"/>
              </a:rPr>
              <a:t>Merge request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90688" y="4169663"/>
            <a:ext cx="3840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4 parallel subtasks, each in its own git worktree  ·  Validator → Live-verifier → Learner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928" y="4718304"/>
            <a:ext cx="5486400" cy="118872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It writes its own procedures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5102352"/>
            <a:ext cx="10789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Rules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956816" y="5102352"/>
            <a:ext cx="10789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145536" y="5102352"/>
            <a:ext cx="10789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Workflows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24528" y="5102352"/>
            <a:ext cx="1115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nightly merge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041648" y="5239511"/>
            <a:ext cx="182880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5504688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markdown the agent writes and reuses — a fix found once becomes a procedure, and duplicates are swept up nightly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09360" y="4718304"/>
            <a:ext cx="5321808" cy="118872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It remembers, without a database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510528" y="5102352"/>
            <a:ext cx="1115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Desktop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626096" y="5239511"/>
            <a:ext cx="201168" cy="0"/>
          </a:xfrm>
          <a:prstGeom prst="line">
            <a:avLst/>
          </a:prstGeom>
          <a:ln w="19050">
            <a:solidFill>
              <a:srgbClr val="1E6B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7827264" y="5102352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Redact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833104" y="5239511"/>
            <a:ext cx="201168" cy="0"/>
          </a:xfrm>
          <a:prstGeom prst="line">
            <a:avLst/>
          </a:prstGeom>
          <a:ln w="19050">
            <a:solidFill>
              <a:srgbClr val="1E6B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034272" y="5102352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Team admin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222992" y="5239511"/>
            <a:ext cx="201168" cy="0"/>
          </a:xfrm>
          <a:prstGeom prst="line">
            <a:avLst/>
          </a:prstGeom>
          <a:ln w="19050">
            <a:solidFill>
              <a:srgbClr val="1E6B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10424160" y="5102352"/>
            <a:ext cx="1097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Company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10528" y="55046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only distilled notes travel · credentials blocked before they are offered · delete the folder and it is gone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Containment — one policy, every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 refused fetch was rerouted through a shell curl, then a notebook cell, and it worked. So the policy sits under all three.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A guard, not a sandbox: an OS egress firewall is still the outer boundary, and that limit is printed in the product's own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vulnerabilities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096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412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hotspots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096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500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telemetry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500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904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CERT_NONE in the tree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308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5B3A6E"/>
                </a:solidFill>
                <a:latin typeface="Segoe UI"/>
              </a:rPr>
              <a:t>9 / 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624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roles with no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308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71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8A5A00"/>
                </a:solidFill>
                <a:latin typeface="Segoe UI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602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writes that ask a human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712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066543"/>
            <a:ext cx="2194560" cy="43891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3A3A3A"/>
                </a:solidFill>
                <a:latin typeface="Segoe UI"/>
              </a:rPr>
              <a:t>Tool call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web · Jira · MCP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61488" y="2285999"/>
            <a:ext cx="530352" cy="292609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66928" y="2578607"/>
            <a:ext cx="2194560" cy="43891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3A3A3A"/>
                </a:solidFill>
                <a:latin typeface="Segoe UI"/>
              </a:rPr>
              <a:t>Shell command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curl · scp · ssh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2761488" y="2578608"/>
            <a:ext cx="530352" cy="219455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928" y="3090671"/>
            <a:ext cx="2194560" cy="43891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3A3A3A"/>
                </a:solidFill>
                <a:latin typeface="Segoe UI"/>
              </a:rPr>
              <a:t>Notebook cell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kernel getaddrinfo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761488" y="2578608"/>
            <a:ext cx="530352" cy="731519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291840" y="2066543"/>
            <a:ext cx="2377440" cy="14630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4E79"/>
                </a:solidFill>
                <a:latin typeface="Segoe UI"/>
              </a:rPr>
              <a:t>net/egress.py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policy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every transport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after every redirect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unlisted = DENIED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69280" y="2432304"/>
            <a:ext cx="603504" cy="0"/>
          </a:xfrm>
          <a:prstGeom prst="line">
            <a:avLst/>
          </a:prstGeom>
          <a:ln w="19050">
            <a:solidFill>
              <a:srgbClr val="1E6B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69280" y="3127248"/>
            <a:ext cx="603504" cy="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272784" y="2212848"/>
            <a:ext cx="2487168" cy="4572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ALLOWED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72784" y="2724912"/>
            <a:ext cx="24871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E6B52"/>
                </a:solidFill>
                <a:latin typeface="Segoe UI"/>
              </a:rPr>
              <a:t>loopback · LAN · local registry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72784" y="3072384"/>
            <a:ext cx="24871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E6B52"/>
                </a:solidFill>
                <a:latin typeface="Segoe UI"/>
              </a:rPr>
              <a:t>git push to a named remote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72784" y="3419856"/>
            <a:ext cx="24871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E6B52"/>
                </a:solidFill>
                <a:latin typeface="Segoe UI"/>
              </a:rPr>
              <a:t>ssh to a declared deploy box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20" y="2212848"/>
            <a:ext cx="2670048" cy="45720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8C2F2F"/>
                </a:solidFill>
                <a:latin typeface="Segoe UI"/>
              </a:rPr>
              <a:t>DENIED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61120" y="2724912"/>
            <a:ext cx="267004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scp · rsync · curl -d/-T · /dev/tcp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3072384"/>
            <a:ext cx="267004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aws s3 cp · docker push · npm publish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3419856"/>
            <a:ext cx="267004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web search — deleted outright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3968496"/>
            <a:ext cx="3621024" cy="1060704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Who gets 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4315968"/>
            <a:ext cx="33284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A5A00"/>
                </a:solidFill>
                <a:latin typeface="Segoe UI"/>
              </a:rPr>
              <a:t>token on every /api/*  ·  CORS allow-list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" y="4663440"/>
            <a:ext cx="33284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A5A00"/>
                </a:solidFill>
                <a:latin typeface="Segoe UI"/>
              </a:rPr>
              <a:t>public bind + no token → refuses to boot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70832" y="3968496"/>
            <a:ext cx="3621024" cy="106070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What drives 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17136" y="4315968"/>
            <a:ext cx="33284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a ticket or a page is UNTRUSTED text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17136" y="4663440"/>
            <a:ext cx="33284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so: containment, not detection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10144" y="3968496"/>
            <a:ext cx="3621024" cy="106070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What a run costs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56448" y="4315968"/>
            <a:ext cx="33284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E6B52"/>
                </a:solidFill>
                <a:latin typeface="Segoe UI"/>
              </a:rPr>
              <a:t>rate ceiling per role  ·  request meter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56448" y="4663440"/>
            <a:ext cx="33284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E6B52"/>
                </a:solidFill>
                <a:latin typeface="Segoe UI"/>
              </a:rPr>
              <a:t>local first; cloud only after a failure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513892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C2F2F"/>
                </a:solidFill>
                <a:latin typeface="Segoe UI"/>
              </a:rPr>
              <a:t>Limits we publish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5394960"/>
            <a:ext cx="541324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the kernel guard is a guard, not a sandbox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36208" y="5394960"/>
            <a:ext cx="541324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a shell can open a socket the policy never sees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6928" y="5724144"/>
            <a:ext cx="541324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fleet sync is unauthenticated by default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36208" y="5724144"/>
            <a:ext cx="541324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role tool filters fail OPEN, so a typo cannot brick an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The evidence, the gap, and the 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zeros are the PLATFORM's, read off the scanner API. What they do not cover is the middle column — said here rather than left to find.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71,204 lines, 542 files, 0.1% duplication; one build feeds both scanner families and a hermetic Docker target runs the suite clean-room.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bugs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096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412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vulnerabilities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096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500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code smells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500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904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A·A·A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Sonar ratings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308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8,606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624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308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71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82.8%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602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coverage (86.7% pytest-cov)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712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139696"/>
            <a:ext cx="3621024" cy="4572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MEASURED — the platform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2670048"/>
            <a:ext cx="362102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E6B52"/>
                </a:solidFill>
                <a:latin typeface="Segoe UI"/>
              </a:rPr>
              <a:t>whole tree scanned, not two directories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017520"/>
            <a:ext cx="362102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E6B52"/>
                </a:solidFill>
                <a:latin typeface="Segoe UI"/>
              </a:rPr>
              <a:t>duplicate build copies excluded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364992"/>
            <a:ext cx="362102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E6B52"/>
                </a:solidFill>
                <a:latin typeface="Segoe UI"/>
              </a:rPr>
              <a:t>coverage regenerated with every scan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12464"/>
            <a:ext cx="362102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E6B52"/>
                </a:solidFill>
                <a:latin typeface="Segoe UI"/>
              </a:rPr>
              <a:t>9 vulnerabilities closed by CODE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059936"/>
            <a:ext cx="362102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E6B52"/>
                </a:solidFill>
                <a:latin typeface="Segoe UI"/>
              </a:rPr>
              <a:t>3 failures named, not rounded away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79392" y="2139696"/>
            <a:ext cx="3621024" cy="45720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NOT MEASURED — the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9392" y="2670048"/>
            <a:ext cx="362102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no frozen ticket set, no replay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3017520"/>
            <a:ext cx="362102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no acceptance rate on generated MRs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9392" y="3364992"/>
            <a:ext cx="362102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no edit distance to what shipped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9392" y="3712464"/>
            <a:ext cx="362102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no load test → no sizing number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9392" y="4059936"/>
            <a:ext cx="362102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8C2F2F"/>
                </a:solidFill>
                <a:latin typeface="Segoe UI"/>
              </a:rPr>
              <a:t>no restore drill; traces name the box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58784" y="2139696"/>
            <a:ext cx="3072384" cy="4572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REMOVED — versus the usual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58784" y="2670048"/>
            <a:ext cx="307238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F4E79"/>
                </a:solidFill>
                <a:latin typeface="Segoe UI"/>
              </a:rPr>
              <a:t>vector DB → markdown + SQLite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58784" y="3017520"/>
            <a:ext cx="307238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F4E79"/>
                </a:solidFill>
                <a:latin typeface="Segoe UI"/>
              </a:rPr>
              <a:t>opaque rows → git diff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58784" y="3364992"/>
            <a:ext cx="307238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F4E79"/>
                </a:solidFill>
                <a:latin typeface="Segoe UI"/>
              </a:rPr>
              <a:t>dump/restore → copy a folder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58784" y="3712464"/>
            <a:ext cx="307238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F4E79"/>
                </a:solidFill>
                <a:latin typeface="Segoe UI"/>
              </a:rPr>
              <a:t>vendor tool-calling → any model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58784" y="4059936"/>
            <a:ext cx="307238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F4E79"/>
                </a:solidFill>
                <a:latin typeface="Segoe UI"/>
              </a:rPr>
              <a:t>telemetry on → none in the lock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17136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Segoe UI"/>
              </a:rPr>
              <a:t>Decisions we need from you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828032"/>
            <a:ext cx="2139696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8C2F2F"/>
                </a:solidFill>
                <a:latin typeface="Segoe UI"/>
              </a:rPr>
              <a:t>Prove the output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fund the harness above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07208" y="4828032"/>
            <a:ext cx="2139696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8C2F2F"/>
                </a:solidFill>
                <a:latin typeface="Segoe UI"/>
              </a:rPr>
              <a:t>Name an owner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author is the bus factor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47488" y="4828032"/>
            <a:ext cx="2139696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Admin host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which network holds company memory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87768" y="4828032"/>
            <a:ext cx="2139696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Boundary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OS firewall rule + per-user identity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528048" y="4828032"/>
            <a:ext cx="2139696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Scanner profile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make ours and the corporate one agree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