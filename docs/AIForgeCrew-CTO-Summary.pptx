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/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/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/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/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/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Our code stays on our hardware and talks to 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agents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ways to run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· the agents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our tools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Our own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running on our hardware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paid cloud model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if we add one yourself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our own network and machines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our own git remote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76656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80560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Every action is written down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19872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each run keeps a readable record of every step it took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9872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20 actions that reach outside stop and ask a person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Our code never leaves the building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494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prompts and code go only to the model we point it 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494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with that model on our own hardware, it runs with the network off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Our keys and our certificates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7278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keys sit in one locked folder and are never shown back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7278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our own certificate authority is added in Settings, no restart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Our team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our team 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scanner ratings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Open-source agents — and what this adds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Aider · Cline · Continue — one developer at a keyboard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OpenHands · SWE-agent — a sandbox to run, models to bring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CrewAI · LangGraph — parts to build with, not a product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we need you to decide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pay for that scoring — it is the only thing that settles the question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name an owner and a stand-in: one person wrote all of this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pick the network that holds the company memory, and who owns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