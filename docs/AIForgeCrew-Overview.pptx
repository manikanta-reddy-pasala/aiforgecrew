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402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A1A1A"/>
                </a:solidFill>
                <a:latin typeface="Segoe UI"/>
              </a:rPr>
              <a:t>AIForgeCrew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31546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6B6B6B"/>
                </a:solidFill>
                <a:latin typeface="Segoe UI"/>
              </a:rPr>
              <a:t>A self-hosted coding-agent platform — how it is built and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767328"/>
            <a:ext cx="1371600" cy="381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 roles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tools, 3 modes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files, not a DB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4206240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Fleet sync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groups + redaction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Self-hosted · no telemetry · no database to operate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service. Two ways in. No database to operate.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F4E79"/>
                </a:solidFill>
                <a:latin typeface="Segoe UI"/>
              </a:rPr>
              <a:t>Ticket → PR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plain-language ticket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becomes a pull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 specialised agent roles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6432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the whole filesystem,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three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56432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109 tools, plain-text ReAct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8A5A00"/>
                </a:solidFill>
                <a:latin typeface="Segoe UI"/>
              </a:rPr>
              <a:t>Any endpoint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OpenAI-compatible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is the only requirement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7064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LM Studio · vLLM · cloud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1554480"/>
            <a:ext cx="2560320" cy="1874519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>
                <a:solidFill>
                  <a:srgbClr val="5B3A6E"/>
                </a:solidFill>
                <a:latin typeface="Segoe UI"/>
              </a:rPr>
              <a:t>Memory is files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SQLite,</a:t>
            </a:r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not a service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6" y="352044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greppable, git-diffable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06908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3A3A3A"/>
                </a:solidFill>
                <a:latin typeface="Segoe UI"/>
              </a:rPr>
              <a:t>Runs on a laptop, a NUC, or a container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zero-Docker mode is a first-class deployment, not a degraded one  ·  no GPU, no torch, no Postgres, no Neo4j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465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Python modules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~102k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4825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lines in 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071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1071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chat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3168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73168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agent roles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~4,000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35624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tests, 0 failing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0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86%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0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line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0536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186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packages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5138928"/>
            <a:ext cx="1234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F4E79"/>
                </a:solidFill>
                <a:latin typeface="Segoe UI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22992" y="55321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databases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5897880"/>
            <a:ext cx="1085392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measured on main, not estimated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FastAPI process on port 8799. Everything else is a library inside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 on disk: ~/.aiforge/ — agent_config.json · integrations.json · memory/ · work/ · aiforge.db (SQLite)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React UI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Chat · Tickets · Library · Settings · Memory sync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126480" y="1984248"/>
            <a:ext cx="0" cy="22860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212848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FastAPI  ·  port 8799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REST + SSE streaming   ·   approval gate   ·   runtime settings   ·   jobs scheduler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888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Chat agent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ReAct loop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109 tools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888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320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4290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ADK pipeline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19 agents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320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4752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1722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OKR-DAG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+ SQLite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752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218420" y="2779776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915400" y="3017520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Integrations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Jira · 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Confluence · MCP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218420" y="4069080"/>
            <a:ext cx="0" cy="24688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4315968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LLM client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rate ceiling  ·  request meter  ·  model registry  ·  automatic cloud escalation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126480" y="4864608"/>
            <a:ext cx="0" cy="237744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102352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Any OpenAI-compatible endpoint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LM Studio  ·  vLLM  ·  mlx  ·  OpenRouter  ·  cloud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it is built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Borrow the engine, own the judgement. 186 packages, uv.lock pinned and shipped.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Dropped on purpose: pymongo (imported by nothing) and aider-chat (its RepoMap vendored instead) — 212 -&gt; 186 packages, and no pin pressure.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SERVICE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FastAPI + uvicorn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pydantic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httpx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croniter (jobs)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MODEL ACCESS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openai SDK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litellm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any OpenAI-compatible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vendor tool-calling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PIPELINE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google-adk 2.1.x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SequentialAgent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LoopAgent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git worktrees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15400" y="1417320"/>
            <a:ext cx="2606040" cy="5303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MEMORY +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2057400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SQLite + sqlite-vec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5400" y="2404872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tree-sitter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752344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vendored RepoMap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099816"/>
            <a:ext cx="26060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model2vec embeddings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3611880"/>
            <a:ext cx="5532120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The ReAct loop is ours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plain text THOUGHT / ACTION, not vendor function-calling —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so a 4-bit local model drives the same 109 tools a frontier model does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46520" y="3611880"/>
            <a:ext cx="5093208" cy="1234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5B3A6E"/>
                </a:solidFill>
                <a:latin typeface="Segoe UI"/>
              </a:rPr>
              <a:t>ADK drives the 19-role pipeline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SequentialAgent[ Planner, Verifier, LoopAgent[Doer, Feedback], Learner ]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pinned &lt;2.2 — 2.3 added a Workflow validation that rejects the v6 graph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02920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How a library gets in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it earns its place or it goes: sqlite-vec is CORE, not an extra, because without it every memory write hit "no such module: vec0"  ·  aider-chat was dropped and its RepoMap vendored under Apache-2.0, proven by a differential render of 7,640 identical bytes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Integrations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HTTP integration layer. A tool with no credentials is hidden, not broken.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Unconfigured tools return *_not_configured with a hint and drop out of the catalogue — a missing credential never crashes a turn.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78892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AIForgeCrew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runtime/tools + integrations.json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Jira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21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issues · sprints · JQL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874519" y="2350008"/>
            <a:ext cx="4206241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29184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Confluence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14 tools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pages · attachments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480560" y="2350008"/>
            <a:ext cx="160020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89788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GitLab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MRs · pipelines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jobs · files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6080760" y="2350008"/>
            <a:ext cx="100584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503920" y="1481328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GitHub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pull requests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6080760" y="2350008"/>
            <a:ext cx="3611880" cy="896112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Email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send · read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4519" y="3703320"/>
            <a:ext cx="4206241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29184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Web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fetch · crawl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browser (no search)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4480560" y="3703320"/>
            <a:ext cx="160020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89788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MCP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any MCP server</a:t>
            </a:r>
          </a:p>
        </p:txBody>
      </p:sp>
      <p:cxnSp>
        <p:nvCxnSpPr>
          <p:cNvPr id="21" name="Connector 20"/>
          <p:cNvCxnSpPr/>
          <p:nvPr/>
        </p:nvCxnSpPr>
        <p:spPr>
          <a:xfrm flipH="1" flipV="1">
            <a:off x="6080760" y="3703320"/>
            <a:ext cx="100584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503920" y="4617720"/>
            <a:ext cx="2377440" cy="8686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Local host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shell · LSP · tests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typecheck · IPython</a:t>
            </a:r>
          </a:p>
        </p:txBody>
      </p:sp>
      <p:cxnSp>
        <p:nvCxnSpPr>
          <p:cNvPr id="23" name="Connector 22"/>
          <p:cNvCxnSpPr/>
          <p:nvPr/>
        </p:nvCxnSpPr>
        <p:spPr>
          <a:xfrm flipH="1" flipV="1">
            <a:off x="6080760" y="3703320"/>
            <a:ext cx="3611880" cy="914400"/>
          </a:xfrm>
          <a:prstGeom prst="line">
            <a:avLst/>
          </a:prstGeom>
          <a:ln w="15875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85800" y="5897880"/>
            <a:ext cx="155448" cy="155448"/>
          </a:xfrm>
          <a:prstGeom prst="roundRect">
            <a:avLst/>
          </a:prstGeom>
          <a:solidFill>
            <a:srgbClr val="DCEEE7"/>
          </a:solidFill>
          <a:ln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56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work trackers / VCS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037283" y="5897880"/>
            <a:ext cx="155448" cy="155448"/>
          </a:xfrm>
          <a:prstGeom prst="roundRect">
            <a:avLst/>
          </a:prstGeom>
          <a:solidFill>
            <a:srgbClr val="F7ECD5"/>
          </a:solidFill>
          <a:ln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56739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outside world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48609" y="5897880"/>
            <a:ext cx="155448" cy="155448"/>
          </a:xfrm>
          <a:prstGeom prst="roundRect">
            <a:avLst/>
          </a:prstGeom>
          <a:solidFill>
            <a:srgbClr val="EAE1F0"/>
          </a:solidFill>
          <a:ln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68065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extensible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89857" y="5897880"/>
            <a:ext cx="155448" cy="155448"/>
          </a:xfrm>
          <a:prstGeom prst="roundRect">
            <a:avLst/>
          </a:prstGeom>
          <a:solidFill>
            <a:srgbClr val="ECECE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9313" y="5879592"/>
            <a:ext cx="2103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the machine itself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chat works — Simple, Plan,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Three modes, one engine. The mode decides who runs and what may be written.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Plain-text ReAct, so no vendor function-calling is required and any model can drive it. A turn can be stopped and resumed, not restarted.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THE TURN LOOP  (all three modes)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Build context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context_bundle()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359152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42032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Model call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THOUGHT / ACTION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15384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98264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Gate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policy + risk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71616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54496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Run tool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927848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110728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condense if near limit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784080" y="1938528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966960" y="1600200"/>
            <a:ext cx="1673352" cy="6858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FINAL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next-step chip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359152"/>
            <a:ext cx="108813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loops until FINAL, the step cap, the turn deadline, or Stop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SIMPLE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agent, full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Single ReAct agent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Reads and WRITES files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Quick mode caps steps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1E6B52"/>
                </a:solidFill>
                <a:latin typeface="Segoe UI"/>
              </a:rPr>
              <a:t>Everyday edits, fixes,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2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PLAN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read-only, no writes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Same loop, write tools removed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70832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Produces a plan, not a diff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memory_lookup active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0832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0832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8A5A00"/>
                </a:solidFill>
                <a:latin typeface="Segoe UI"/>
              </a:rPr>
              <a:t>Decide before you spend tokens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55864" y="2761488"/>
            <a:ext cx="3502152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TEAM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full 19-agent pipeline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5864" y="345643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ADK pipeline without a ticket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55864" y="380390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Fans out to 4 worktrees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55864" y="4151376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SPEC.md, then reconciled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55864" y="449884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Approvals: off by default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55864" y="4956048"/>
            <a:ext cx="3502152" cy="5029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>
                <a:solidFill>
                  <a:srgbClr val="5B3A6E"/>
                </a:solidFill>
                <a:latin typeface="Segoe UI"/>
              </a:rPr>
              <a:t>Multi-file builds from one ask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623560"/>
            <a:ext cx="10881360" cy="50292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3A3A3A"/>
                </a:solidFill>
                <a:latin typeface="Segoe UI"/>
              </a:rPr>
              <a:t>Team mode = the ticket pipeline with the ticket removed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Triage → Enhancer → Architect → Planner → Verifier → Doer ↔ Refiner ↔ Feedback → Validator → Live-verifier → Learner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What happens when you type a message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Two passes, opposite directions — then the loop.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Most messages skip the save step entirely: a cheap keyword pre-check decides, so an ordinary turn costs no extra model call.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178308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message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68880" y="1737360"/>
            <a:ext cx="32004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788920" y="1298448"/>
            <a:ext cx="8750808" cy="877824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8A5A00"/>
                </a:solidFill>
                <a:latin typeface="Segoe UI"/>
              </a:rPr>
              <a:t>1.  SAVE   —   anything here worth remembering?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pre-filter (free)  -&gt;  classify  -&gt;  rule | memory | feedback | none  +  scope  -&gt;  store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pure directive with no task?  -&gt;  "Got it, saved."  and the agent never runs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32320" y="217627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2395728"/>
            <a:ext cx="8750808" cy="877824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2.  GATHER   —   what do I already know that applies?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preferences  ·  rules (glob-matched)  ·  skills + workflows (relevance)  ·  repo map  ·  memory recall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assembled in ONE place, so adding a context source touches one function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32320" y="327355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788920" y="3493008"/>
            <a:ext cx="8750808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3.  THE LOOP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88920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think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53128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553712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pick a tool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17920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18504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safety gate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approve / reject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82712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83296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run it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diff shown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47504" y="4471416"/>
            <a:ext cx="100584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48088" y="4160520"/>
            <a:ext cx="1664208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00" b="1">
                <a:solidFill>
                  <a:srgbClr val="1F4E79"/>
                </a:solidFill>
                <a:latin typeface="Segoe UI"/>
              </a:rPr>
              <a:t>observe</a:t>
            </a:r>
          </a:p>
          <a:p>
            <a:pPr algn="ctr"/>
            <a:r>
              <a:rPr sz="800" b="0">
                <a:solidFill>
                  <a:srgbClr val="1A1A1A"/>
                </a:solidFill>
                <a:latin typeface="Segoe UI"/>
              </a:rPr>
              <a:t>condense if full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8920" y="4846320"/>
            <a:ext cx="8750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repeats until FINAL, the step cap, the turn deadline, or Stop  —  a stopped turn RESUMES, it does not restart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32320" y="5102352"/>
            <a:ext cx="0" cy="219456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788920" y="5321808"/>
            <a:ext cx="8750808" cy="64008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4.  REPLY   +   predicted next step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it ACTS on that prediction only inside the blast-radius table — otherwise it offers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a ticket becomes a PR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same tools, driven by 19 specialised roles instead of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Context gatherers run in parallel — researcher, repo-map (tree-sitter + PageRank over the AST), conventions.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Triage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9748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8036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Enhancer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9204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7492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Architect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8660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26948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Planner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281160" y="1792224"/>
            <a:ext cx="1828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464040" y="1463040"/>
            <a:ext cx="2011680" cy="65836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Verifier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514600"/>
            <a:ext cx="10835640" cy="141732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E6B52"/>
                </a:solidFill>
                <a:latin typeface="Segoe UI"/>
              </a:rPr>
              <a:t>Build loop  —  up to 4 parallel subtasks, each in its own git worktree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Doer edits  ↔  tests run  ↔  Feedback reads the failures  ↔  Refiner fixes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all building against one SPEC.md written up front, then reconciled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5800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Validator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gates the result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53327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61687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Live-verifier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runs the real recipe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729214" y="3931920"/>
            <a:ext cx="0" cy="292608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37574" y="4224528"/>
            <a:ext cx="3383280" cy="77724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5B3A6E"/>
                </a:solidFill>
                <a:latin typeface="Segoe UI"/>
              </a:rPr>
              <a:t>Learner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writes memory back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257800"/>
            <a:ext cx="10835640" cy="5486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Pull request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the Learner's objectives, key results and learnings are LLM-verified before they are saved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The tool surface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109 tools in the chat registry; per-agent allowlists in the pipeline.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Two registries on purpose — the chat agent and the pipeline Doer are separate engines; drift between them fails a parity test and a startup check.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630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Files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160934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9332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file_write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0348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file_patch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41364" y="160934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editor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1484" y="160934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multi_edit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60934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E6B52"/>
                </a:solidFill>
                <a:latin typeface="Segoe UI"/>
              </a:rPr>
              <a:t>list_dir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19456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Code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40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grep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340864"/>
            <a:ext cx="6949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find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5384" y="234086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lsp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42332" y="234086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run_command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run_tests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84364" y="234086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typecheck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77656" y="2340864"/>
            <a:ext cx="85039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format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37776" y="234086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ipython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675620" y="234086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F4E79"/>
                </a:solidFill>
                <a:latin typeface="Segoe UI"/>
              </a:rPr>
              <a:t>serve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292608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VCS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06040" y="3072384"/>
            <a:ext cx="147218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 (targeted)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87952" y="307238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github_pr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81244" y="3072384"/>
            <a:ext cx="116128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gitlab MRs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365760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Integrations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06040" y="380390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jira_* (21)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54780" y="3803904"/>
            <a:ext cx="170535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confluence_* (14)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769864" y="3803904"/>
            <a:ext cx="100584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gitlab_*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85432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email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67828" y="3803904"/>
            <a:ext cx="108356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web fetch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380390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crawl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843516" y="3803904"/>
            <a:ext cx="92811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browser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881360" y="3803904"/>
            <a:ext cx="6172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5B3A6E"/>
                </a:solidFill>
                <a:latin typeface="Segoe UI"/>
              </a:rPr>
              <a:t>MCP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" y="438912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Memory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06040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memory_lookup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0228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memory_write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36692" y="453542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remember_rule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4535424"/>
            <a:ext cx="1316736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8A5A00"/>
                </a:solidFill>
                <a:latin typeface="Segoe UI"/>
              </a:rPr>
              <a:t>skill search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5800" y="5120640"/>
            <a:ext cx="1783080" cy="566928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Long-running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606040" y="5266944"/>
            <a:ext cx="123901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watch_until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954780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schedule_task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458968" y="5266944"/>
            <a:ext cx="772668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serve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41364" y="5266944"/>
            <a:ext cx="139446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3A3A3A"/>
                </a:solidFill>
                <a:latin typeface="Segoe UI"/>
              </a:rPr>
              <a:t>plan_progress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85800" y="5532120"/>
            <a:ext cx="10853928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A1A1A"/>
                </a:solidFill>
                <a:latin typeface="Segoe UI"/>
              </a:rPr>
              <a:t>Unconfigured is not broken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tool with no credentials returns *_not_configured plus a hint and is hidden from the catalogue  ·  `aiforge-tool &lt;name&gt; '&lt;json&gt;'` gives scripts the same registry, read-only by default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Rules, skills and workflows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How the agent is taught — and how it teaches itself.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All three are markdown on disk, repo-local overriding global by name. Ships with 3 rules, 4 skills and 1 workflow; the rest you write, or it writes.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RULES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glob-scoped, deterministic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zero LLM cost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.aiforge/rules/*.md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.cursor/rules/*.mdc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.cursorrules  (always)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AGENTS.md  (always)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matched against the ticket's scope globs — in BOTH directions, so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src/** matches src/a/** — then rendered as one capped block into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the planner and doer prompts, replacing a paid LLM gathering call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SKILLS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SKILL.md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agentskills.io convention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~/.aiforge/skills/&lt;name&gt;/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&lt;repo&gt;/.aiforge/skills/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0832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&lt;repo&gt;/.claude/skills/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frontmatter + markdown body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searched by RELEVANCE — description and trigger overlap, not a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substring match — so the right skill is discovered rather than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named. write_skill() authors one the moment something hard is solved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5864" y="1417320"/>
            <a:ext cx="3502152" cy="62179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WORKFLOWS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WORKFLOW.md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same machinery, own folder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5864" y="2148840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~/.aiforge/workflows/&lt;name&gt;/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55864" y="2478024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&lt;repo&gt;/.aiforge/workflows/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55864" y="2807208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&lt;repo&gt;/.claude/workflows/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55864" y="3136392"/>
            <a:ext cx="3502152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end-to-end procedures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01584" y="3520440"/>
            <a:ext cx="34107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skills are small reusable how-tos; workflows are the longer recipe —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"how we cut a release", "how we triage a flaky test". Added by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Segoe UI"/>
              </a:rPr>
              <a:t>write_workflow(), or by dropping a file in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498848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ALWAYS-ON CAPTURE  —  runs BEFORE the agent, on every chat message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A1A1A"/>
                </a:solidFill>
                <a:latin typeface="Segoe UI"/>
              </a:rPr>
              <a:t>user message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54680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410712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classify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ONE capped LLM pass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79592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135624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rule | memory</a:t>
            </a:r>
          </a:p>
          <a:p>
            <a:r>
              <a:t>feedback | none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scope, confidence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604504" y="5129784"/>
            <a:ext cx="256032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860536" y="4773168"/>
            <a:ext cx="2468880" cy="71323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route + 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repo rules · md_store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memory · in-session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5623560"/>
            <a:ext cx="10853928" cy="50292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C2F2F"/>
                </a:solidFill>
                <a:latin typeface="Segoe UI"/>
              </a:rPr>
              <a:t>A gate is NEVER disabled by the classifier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directive stated in passing is captured deterministically instead of hoping the model calls remember_rule — but disabling a commit or delete gate stays a separate, scoped, revocable opt-in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Memory — markdown files, not a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whole store is a folder you can read, grep, diff and delete.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Recall works with nothing installed: keyword + spell-correction by default; semantic KNN is one opt-in flag (static embeddings ~30 MB, sqlite-vec, no torch).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WRITE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capture()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tagged by topic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which agent wrote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01752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topic brief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LLM dedupe + merge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split on oversize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74920" y="1984248"/>
            <a:ext cx="27432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49240" y="1600200"/>
            <a:ext cx="20574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E6B52"/>
                </a:solidFill>
                <a:latin typeface="Segoe UI"/>
              </a:rPr>
              <a:t>OKF node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markdown + frontmatter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typed edges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~/.aiforge/memory/okf/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objectives/   — why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key_results/  — what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learnings/    — 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sessions/     — already ran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73659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6B6B"/>
                </a:solidFill>
                <a:latin typeface="Segoe UI"/>
              </a:rPr>
              <a:t>+ aiforge.db  (SQLite: FTS, vectors)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31920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15968" y="2743200"/>
            <a:ext cx="324612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In-memory 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4568" y="32461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typed frontmatter edges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4568" y="363016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plain dicts, built at 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4568" y="4014216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no DB server, no daemon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44568" y="4398264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Segoe UI"/>
              </a:rPr>
              <a:t>· git-diffable, greppable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62088" y="3913632"/>
            <a:ext cx="384048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946136" y="2743200"/>
            <a:ext cx="3566160" cy="2331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Surgical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ascend → the objective (why)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593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descend → the key result (what)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941064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constraints + recent activity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28853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raw code chunks demoted so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63600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   curated knowledge outranks RAG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80960" y="1600200"/>
            <a:ext cx="385876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3A3A3A"/>
                </a:solidFill>
                <a:latin typeface="Segoe UI"/>
              </a:rPr>
              <a:t>Why it is simpler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no vector-DB service to install, tune or back up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inspect with cat and grep  ·  move a machine by copying a folder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Central memory and groups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One admin hub serves several independent fleets. Only durable knowledge travels.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Spokes initiate in both directions, so only the admin needs a reachable address — laptops behind NAT just work. Unset AIFORGE_ADMIN_URL = this box IS the admin.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A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71800" y="193852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260604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NUC / server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71800" y="299008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3657600"/>
            <a:ext cx="2286000" cy="77724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Laptop 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compacts locally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71800" y="4041648"/>
            <a:ext cx="64008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611880" y="1554480"/>
            <a:ext cx="2057400" cy="288036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C2F2F"/>
                </a:solidFill>
                <a:latin typeface="Segoe UI"/>
              </a:rPr>
              <a:t>redact</a:t>
            </a:r>
          </a:p>
          <a:p>
            <a:r>
              <a:t>(on the client)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secrets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private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noise</a:t>
            </a:r>
          </a:p>
          <a:p>
            <a:pPr algn="ctr"/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blocks a note WHOLE,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edits it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669280" y="2990088"/>
            <a:ext cx="68580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355080" y="1554480"/>
            <a:ext cx="2377440" cy="123444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F4E79"/>
                </a:solidFill>
                <a:latin typeface="Segoe UI"/>
              </a:rPr>
              <a:t>Admin hub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merges only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never compacts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543800" y="2788920"/>
            <a:ext cx="0" cy="3200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80" y="310896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groups/&lt;g&gt;/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peers/  mesh/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okf/  .snapshots/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9720" y="1554480"/>
            <a:ext cx="2331720" cy="2880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Group isolation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ContextVar in the path root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repoints the whole tree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manifests · merges ·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snapshots follow without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knowing groups exist</a:t>
            </a:r>
          </a:p>
          <a:p>
            <a:pPr algn="ctr"/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one fold per group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634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Discovered, not configured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663440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client reads the group list from the admin URL; one group = auto-join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0657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okf/ is unwritable by sync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065776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any network-driven write below it raises; destination set is provably {peers/, mesh/, okf/.tomb/}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Revert is an 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5468112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hardlink snapshot before every fold and every pull — and the revert is itself revertible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87044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Ordering is a per-node counter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5870448"/>
            <a:ext cx="7680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not a timestamp: a clock-based last-writer-wins hands every conflict to the worst clock in the fleet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Context, cost and long-running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The three things that break an agent in production, each with a rail.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0 = no limit is the shipped default for the budgets; the rate ceiling is always on because a 429 is not a budget question.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Context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condense when near the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one assembly seam: context_bundle()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compaction runs once a day, 18:00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Cave mode trims for small models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7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Cost and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7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sliding-window rpm ceiling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61687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monotonic clock, never starts full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7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request meter in the toolbar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61687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structured path obeys it too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37574" y="1481328"/>
            <a:ext cx="3383280" cy="594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Long-running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37574" y="2212848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turn extends its own runaway cap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37574" y="2633472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progress = new reads + edits + tree change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4" y="3054096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watch_until · schedule_task · serve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7574" y="3474720"/>
            <a:ext cx="338328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a stopped turn resumes, not restarts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60520"/>
            <a:ext cx="10853928" cy="7772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The trap each rail exists for</a:t>
            </a:r>
          </a:p>
          <a:p>
            <a:pPr algn="ctr"/>
            <a:r>
              <a:rPr sz="1000" b="0">
                <a:solidFill>
                  <a:srgbClr val="1A1A1A"/>
                </a:solidFill>
                <a:latin typeface="Segoe UI"/>
              </a:rPr>
              <a:t>a token-bucket that starts full delivers 2N in the first minute  ·  a boot-time fold leaked compaction into the working day  ·  "distinct tool args" counted a retry as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5120640"/>
            <a:ext cx="10853928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F4E79"/>
                </a:solidFill>
                <a:latin typeface="Segoe UI"/>
              </a:rPr>
              <a:t>Escalation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LLM client carries a model registry and escalates to a cloud model only when the local one has actually failed the step — not on a timer, and never silently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Safety 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Autonomy is a table over blast radius, not a confidence threshold.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A high-confidence prediction never buys its way up a tier: tier 3 never acts, at any confidence.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81328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TIER 1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reversible, local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1481328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acts on its 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81328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read a file · grep · run tests · typecheck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88336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TIER 2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writes inside the workspace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688336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A5A00"/>
                </a:solidFill>
                <a:latin typeface="Segoe UI"/>
              </a:rPr>
              <a:t>acts, shows the diff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688336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edit a file · run a command · git add -p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95344"/>
            <a:ext cx="1600200" cy="987552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TIER 3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outside, or hard to undo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3895344"/>
            <a:ext cx="2788920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8C2F2F"/>
                </a:solidFill>
                <a:latin typeface="Segoe UI"/>
              </a:rPr>
              <a:t>OFFERS — never acts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895344"/>
            <a:ext cx="6099048" cy="9875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push · deploy · delete · post to Jira / Confluence / email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Every write shows a diff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risky commands pause for Approve / Reject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16636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`git add -A` is refused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51663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blanket staging is never what was meant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DELETE has its own floor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the delete guard fires even with approvals 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5504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550408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AIFORGE_WORKSPACE_DIR clamps file and exec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Containment: what may run, what may leave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Two questions, one place each — a gate on execution, a gate on egress.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Kill switches: AIFORGE_EGRESS_OFF · AIFORGE_&lt;CLASS&gt;_DISABLE · AIFORGE_WEB_FETCH_DISABLE · AIFORGE_UPLOAD_DISABLE · AIFORGE_TOOL_POLICY="run_command=deny"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349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4E79"/>
                </a:solidFill>
                <a:latin typeface="Segoe UI"/>
              </a:rPr>
              <a:t>WHAT MAY RUN  —  a tool call reaching the shell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325880"/>
            <a:ext cx="514807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5B3A6E"/>
                </a:solidFill>
                <a:latin typeface="Segoe UI"/>
              </a:rPr>
              <a:t>WHAT MAY LEAVE  —  a byte reaching the network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64208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1 · Role tool allowlist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agents.yaml allowed / forbidden per role. A tool off the list is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never offered to the model; forbidden=ALL is a tool-less role.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59736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2 · Per-tool policy: allow · ask · deny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AIFORGE_TOOL_POLICY. deny is a hard refusal, autonomous runs too;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ask blocks for Approve/Reject whenever a human is attached.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255264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F4E79"/>
                </a:solidFill>
                <a:latin typeface="Segoe UI"/>
              </a:rPr>
              <a:t>3 · Risk verdict on every shell string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safe · caution · dangerous — dangerous forces at least ASK.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run_command · bash · serve · watch_until · ui_check all assessed.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050792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4 · Floors the toggles cannot lower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delete guard fires with approvals off · git add -A refused ·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push always asks · writes must land inside the ticket's scope globs.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46320"/>
            <a:ext cx="5349240" cy="7132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5 · Where it runs at 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Workspace jail on by default; Docker sandbox opt-in, and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AIFORGE_SANDBOX_REQUIRED=1 refuses to fall back to the host.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664208"/>
            <a:ext cx="5148072" cy="71323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1 · One module decides — net/egress.py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The switches used to be read in five places and honoured in two;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web_fetch closed while fetch_url, web_read, crawl, browse sailed past.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459736"/>
            <a:ext cx="5148072" cy="71323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2 · Host allowlist, default DENY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Seeded from the integrations you configured + the model endpoint;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extras added in Settings. A list that will not load refuses.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3255264"/>
            <a:ext cx="5148072" cy="713232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5B3A6E"/>
                </a:solidFill>
                <a:latin typeface="Segoe UI"/>
              </a:rPr>
              <a:t>3 · Reading is not writing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 host added in Settings is readable only. Somewhere that RECEIVES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our data must be a configured integration, with a credential.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4050792"/>
            <a:ext cx="5148072" cy="7132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4 · No human attached, no external write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An unattended run refuses writes and uploads outright — approval is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what makes them safe. AIFORGE_UNATTENDED_WRITES=1 to opt in.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4846320"/>
            <a:ext cx="5148072" cy="7132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1E6B52"/>
                </a:solidFill>
                <a:latin typeface="Segoe UI"/>
              </a:rPr>
              <a:t>5 · Re-checked on every redirect hop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Search endpoints, SSRF / metadata (169.254.169.254) and off-list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hosts are refused after the 302, not only on the URL we were handed.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715000"/>
            <a:ext cx="10817352" cy="50292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150" b="1">
                <a:solidFill>
                  <a:srgbClr val="8A5A00"/>
                </a:solidFill>
                <a:latin typeface="Segoe UI"/>
              </a:rPr>
              <a:t>Stated plainly — the boundary this code does not draw</a:t>
            </a:r>
          </a:p>
          <a:p>
            <a:pPr algn="ctr"/>
            <a:r>
              <a:rPr sz="900" b="0">
                <a:solidFill>
                  <a:srgbClr val="1A1A1A"/>
                </a:solidFill>
                <a:latin typeface="Segoe UI"/>
              </a:rPr>
              <a:t>run_command and execute_ipython_cell open a socket themselves: curl in a shell never passes through the egress module and cannot be made to. That line is an OS firewall or a network namespace. Regex risk-matching is a floor, not a proof — pair it with the sandbox.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Security and 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No telemetry. Nothing leaves the machine unless you point it somewhere.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Stated plainly: by default the chat agent has full, unsandboxed shell access on the host. The workspace jail guards file tools, not arbitrary shell — run untrusted work in container mode.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SCANNED AND TRIAGED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Sonar bugs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32888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0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Trivy findings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8A5A00"/>
                </a:solidFill>
                <a:latin typeface="Segoe UI"/>
              </a:rPr>
              <a:t>9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vulns — all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documented TLS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opt-outs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3A3A3A"/>
                </a:solidFill>
                <a:latin typeface="Segoe UI"/>
              </a:rPr>
              <a:t>186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dependency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packages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4152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86%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line coverage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~4,000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921240" y="1600200"/>
            <a:ext cx="1691640" cy="10515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1E6B52"/>
                </a:solidFill>
                <a:latin typeface="Segoe UI"/>
              </a:rPr>
              <a:t>≤15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cognitive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complexity, every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function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88036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B6B6B"/>
                </a:solidFill>
                <a:latin typeface="Segoe UI"/>
              </a:rPr>
              <a:t>CI SCAN PIPELINE  (.gitlab-ci.yml)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F4E79"/>
                </a:solidFill>
                <a:latin typeface="Segoe UI"/>
              </a:rPr>
              <a:t>build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 sync --frozen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uv.lock decides versions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8892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154680" y="315468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coverage.xml · junit.xml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+ web/src included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154680" y="4160520"/>
            <a:ext cx="2103120" cy="86868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blackduck/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pinned requirements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CycloneDX SBOM · wheels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88920" y="3584448"/>
            <a:ext cx="365760" cy="100584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257800" y="358444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623560" y="315468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1E6B52"/>
                </a:solidFill>
                <a:latin typeface="Segoe UI"/>
              </a:rPr>
              <a:t>SonarQube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scanner-cli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GIT_DEPTH 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257800" y="4590288"/>
            <a:ext cx="365760" cy="0"/>
          </a:xfrm>
          <a:prstGeom prst="line">
            <a:avLst/>
          </a:prstGeom>
          <a:ln w="19050">
            <a:solidFill>
              <a:srgbClr val="C9C9C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623560" y="4160520"/>
            <a:ext cx="2011680" cy="868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5B3A6E"/>
                </a:solidFill>
                <a:latin typeface="Segoe UI"/>
              </a:rPr>
              <a:t>Black Duck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detect10.sh</a:t>
            </a:r>
          </a:p>
          <a:p>
            <a:pPr algn="ctr"/>
            <a:r>
              <a:rPr sz="850" b="0">
                <a:solidFill>
                  <a:srgbClr val="1A1A1A"/>
                </a:solidFill>
                <a:latin typeface="Segoe UI"/>
              </a:rPr>
              <a:t>ships SHIPPED pins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154680"/>
            <a:ext cx="352044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50" b="1">
                <a:solidFill>
                  <a:srgbClr val="3A3A3A"/>
                </a:solidFill>
                <a:latin typeface="Segoe UI"/>
              </a:rPr>
              <a:t>Data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56616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Telemetry: none, and none in the lock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3803904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Prompts go only to YOUR endpoint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4041648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At rest: ~/.aiforge/ — delete it, it is gone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4279392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Loopback by default; loud warning if not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4517136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SSRF guard on fetch and crawl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79" y="4754880"/>
            <a:ext cx="32461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1A1A1A"/>
                </a:solidFill>
                <a:latin typeface="Segoe UI"/>
              </a:rPr>
              <a:t>· Workspace jail on by default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5800" y="5230368"/>
            <a:ext cx="10853928" cy="54864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8A5A00"/>
                </a:solidFill>
                <a:latin typeface="Segoe UI"/>
              </a:rPr>
              <a:t>The 9 vulnerabilities are decisions, not debt</a:t>
            </a:r>
          </a:p>
          <a:p>
            <a:pPr algn="ctr"/>
            <a:r>
              <a:rPr sz="950" b="0">
                <a:solidFill>
                  <a:srgbClr val="1A1A1A"/>
                </a:solidFill>
                <a:latin typeface="Segoe UI"/>
              </a:rPr>
              <a:t>TLS verification is disabled only per endpoint, opt-in, for self-signed internal hosts (Jira / Confluence / GitLab) — each one individually triaged and documented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Where it differs from the other agent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It adopts their formats rather than replacing them — then adds the two things none of them do.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Named comparisons are the ones the codebase itself cites: the SKILL.md gaps vs Hermes Agent / OpenClaw, and Cursor's glob-scoped rule format.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389888"/>
            <a:ext cx="10853928" cy="713232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1E6B52"/>
                </a:solidFill>
                <a:latin typeface="Segoe UI"/>
              </a:rPr>
              <a:t>Reads what your repo already has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.cursor/rules/*.mdc  ·  .cursorrules  ·  AGENTS.md  ·  SKILL.md (agentskills.io)  —  no migration, no lock-in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67712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Ticket → PR AND chat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46120" y="23957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one or the other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39572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one service does both, on the same tool registry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98064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26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 requirement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9260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92608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plain-text ReAct — a 4-bit local model drives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328416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45643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Memory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45643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a vector DB to install, tune, back 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456432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markdown + one SQLite file; grep it, delete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858768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9867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Skill discovery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6120" y="398678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trigger substring match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3986784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searched by RELEVANCE, so the right one is found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389120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5171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Gets better 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46120" y="451713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you write the prompts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4517136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write_skill() / write_workflow() — it authors its own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919472"/>
            <a:ext cx="10853928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0474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Across machines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50474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per-machine, or a vendor cloud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5047488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fleet sync: groups, redaction, snapshot + revert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49824"/>
            <a:ext cx="10853928" cy="475488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778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46120" y="55778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557784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▸ none, and none in the lock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20116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B6B"/>
                </a:solidFill>
                <a:latin typeface="Segoe UI"/>
              </a:rPr>
              <a:t>typical agent tool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01168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Compared with the usual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Every operational burden a vector-database stack adds, removed.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141732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6B6B6B"/>
                </a:solidFill>
                <a:latin typeface="Segoe UI"/>
              </a:rPr>
              <a:t>Typical agent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86600" y="1417320"/>
            <a:ext cx="4453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4E79"/>
                </a:solidFill>
                <a:latin typeface="Segoe UI"/>
              </a:rPr>
              <a:t>AIForgeCrew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783080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3852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938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vector DB service to install, tune, back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93852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markdown files + one SQLite under ~/.aiforge/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86584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4203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254203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query the DB, decode embeddings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254203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cat · grep · an editor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90088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4553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88920" y="31455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opaque rows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145536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git-diffable; hardlink snapshots + revert 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593592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4904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Move a machine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88920" y="37490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dump and restore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3749040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copy a folder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197096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35254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35254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hope the rows are gone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352544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delete the folder — there is no second copy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4800600"/>
            <a:ext cx="10853928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95604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88920" y="495604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vendor function-calling required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95604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plain-text ReAct — any model drives 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5404104"/>
            <a:ext cx="10853928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555955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A1A"/>
                </a:solidFill>
                <a:latin typeface="Segoe UI"/>
              </a:rPr>
              <a:t>Telemetry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8920" y="5559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Segoe UI"/>
              </a:rPr>
              <a:t>usually on by default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559552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Segoe UI"/>
              </a:rPr>
              <a:t>none, and none in the lock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How to deploy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41248"/>
            <a:ext cx="111556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6B6B6B"/>
                </a:solidFill>
                <a:latin typeface="Segoe UI"/>
              </a:rPr>
              <a:t>Zero-Docker is a first-class mode, not a degraded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327648"/>
            <a:ext cx="9692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One service, one port, one folder of state. Moving a machine is copying ~/.aiforge/.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E6B52"/>
                </a:solidFill>
                <a:latin typeface="Segoe UI"/>
              </a:rPr>
              <a:t>Laptop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./run.sh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everything local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unset admin URL = you are the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7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1F4E79"/>
                </a:solidFill>
                <a:latin typeface="Segoe UI"/>
              </a:rPr>
              <a:t>NUC / server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systemd user unit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always-on admin hub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spokes sync to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37574" y="1554480"/>
            <a:ext cx="3383280" cy="173736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 b="1">
                <a:solidFill>
                  <a:srgbClr val="5B3A6E"/>
                </a:solidFill>
                <a:latin typeface="Segoe UI"/>
              </a:rPr>
              <a:t>Container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docker compose</a:t>
            </a:r>
          </a:p>
          <a:p>
            <a:pPr algn="ctr"/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for untrusted work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the jail you actually want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611880"/>
            <a:ext cx="10835640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1A1A1A"/>
                </a:solidFill>
                <a:latin typeface="Segoe UI"/>
              </a:rPr>
              <a:t>Requires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Python 3.12  ·  one OpenAI-compatible endpoint  ·  no GPU, no torch, no Postgres, no Neo4j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4389120"/>
            <a:ext cx="10835640" cy="1234440"/>
          </a:xfrm>
          <a:prstGeom prst="roundRect">
            <a:avLst>
              <a:gd name="adj" fmla="val 10000"/>
            </a:avLst>
          </a:prstGeom>
          <a:solidFill>
            <a:srgbClr val="ECECEC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3A3A3A"/>
                </a:solidFill>
                <a:latin typeface="Segoe UI"/>
              </a:rPr>
              <a:t>Kept honest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~4,000 tests, 0 failing  ·  86% line coverage  ·  Sonar 0 bugs, every function under cognitive complexity 15</a:t>
            </a:r>
          </a:p>
          <a:p>
            <a:pPr algn="ctr"/>
            <a:r>
              <a:rPr sz="1050" b="0">
                <a:solidFill>
                  <a:srgbClr val="1A1A1A"/>
                </a:solidFill>
                <a:latin typeface="Segoe UI"/>
              </a:rPr>
              <a:t>chat and pipeline tool registries are parity-tested  ·  uv.lock pinned and shipped  ·  CycloneDX SBOM in CI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10896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>
                <a:solidFill>
                  <a:srgbClr val="1A1A1A"/>
                </a:solidFill>
                <a:latin typeface="Segoe UI"/>
              </a:rPr>
              <a:t>In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70432"/>
            <a:ext cx="11091672" cy="9525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018520" y="632764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0">
                <a:solidFill>
                  <a:srgbClr val="6B6B6B"/>
                </a:solidFill>
                <a:latin typeface="Segoe UI"/>
              </a:rPr>
              <a:t>19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7F2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F4E79"/>
                </a:solidFill>
                <a:latin typeface="Segoe UI"/>
              </a:rPr>
              <a:t>One process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FastAPI on 8799; every engine is a library inside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Two ways in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a ticket becomes a PR, or you chat with the filesystem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DCEEE7"/>
          </a:solidFill>
          <a:ln w="12700">
            <a:solidFill>
              <a:srgbClr val="1E6B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1E6B52"/>
                </a:solidFill>
                <a:latin typeface="Segoe UI"/>
              </a:rPr>
              <a:t>Three chat modes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Simple writes, Plan is read-only, Team is the pipeline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7180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ECD5"/>
          </a:solidFill>
          <a:ln w="12700">
            <a:solidFill>
              <a:srgbClr val="8A5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A5A00"/>
                </a:solidFill>
                <a:latin typeface="Segoe UI"/>
              </a:rPr>
              <a:t>Memory is a folder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markdown + one SQLite; grep it, diff it, delete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EAE1F0"/>
          </a:solidFill>
          <a:ln w="12700">
            <a:solidFill>
              <a:srgbClr val="5B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5B3A6E"/>
                </a:solidFill>
                <a:latin typeface="Segoe UI"/>
              </a:rPr>
              <a:t>One admin merges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spokes compact locally; redaction runs before a note is advertised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389120"/>
            <a:ext cx="5321808" cy="1143000"/>
          </a:xfrm>
          <a:prstGeom prst="roundRect">
            <a:avLst>
              <a:gd name="adj" fmla="val 10000"/>
            </a:avLst>
          </a:prstGeom>
          <a:solidFill>
            <a:srgbClr val="F7DFDF"/>
          </a:solidFill>
          <a:ln w="12700">
            <a:solidFill>
              <a:srgbClr val="8C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500" b="1">
                <a:solidFill>
                  <a:srgbClr val="8C2F2F"/>
                </a:solidFill>
                <a:latin typeface="Segoe UI"/>
              </a:rPr>
              <a:t>Nothing phones home</a:t>
            </a:r>
          </a:p>
          <a:p>
            <a:pPr algn="ctr"/>
          </a:p>
          <a:p>
            <a:pPr algn="ctr"/>
            <a:r>
              <a:rPr sz="1100" b="0">
                <a:solidFill>
                  <a:srgbClr val="1A1A1A"/>
                </a:solidFill>
                <a:latin typeface="Segoe UI"/>
              </a:rPr>
              <a:t>no telemetry; prompts go only to the endpoint you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70448"/>
            <a:ext cx="108539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B6B6B"/>
                </a:solidFill>
                <a:latin typeface="Segoe UI"/>
              </a:rPr>
              <a:t>Self-hosted · no database to operate · ~4,000 tests, 0 failing · 86% coverage · Sonar 0 bugs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