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search · fetch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crawl · browser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web_search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38844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59084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