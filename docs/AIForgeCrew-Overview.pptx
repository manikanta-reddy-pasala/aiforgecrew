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8173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11111"/>
                </a:solidFill>
                <a:latin typeface="Calibri"/>
              </a:rPr>
              <a:t>AIForgeCrew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2004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444444"/>
                </a:solidFill>
                <a:latin typeface="Calibri"/>
              </a:rPr>
              <a:t>A self-hosted coding-agent platform — how it is built, how it works, and how to run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977639"/>
            <a:ext cx="2194560" cy="25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251960"/>
            <a:ext cx="108173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6666"/>
                </a:solidFill>
                <a:latin typeface="Calibri"/>
              </a:rPr>
              <a:t>Ticket → PR pipeline  ·  full-filesystem chat agent  ·  file-based memory  ·  fleet memory sync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What it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One service. Two ways in. No database to operate.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A plain-language ticket becomes a pull request</a:t>
            </a:r>
            <a:r>
              <a:rPr sz="1600">
                <a:solidFill>
                  <a:srgbClr val="333333"/>
                </a:solidFill>
                <a:latin typeface="Calibri"/>
              </a:rPr>
              <a:t> — triage → enhance → architect → plan → verify → build loop → validate → learn, 19 specialised agent roles, each on the model you pick.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A chat coding agent with the whole filesystem</a:t>
            </a:r>
            <a:r>
              <a:rPr sz="1600">
                <a:solidFill>
                  <a:srgbClr val="333333"/>
                </a:solidFill>
                <a:latin typeface="Calibri"/>
              </a:rPr>
              <a:t> — three modes: Simple (one agent), Plan (read-only), Team (the full pipeline, no ticket).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Works with any OpenAI-compatible endpoint</a:t>
            </a:r>
            <a:r>
              <a:rPr sz="1600">
                <a:solidFill>
                  <a:srgbClr val="333333"/>
                </a:solidFill>
                <a:latin typeface="Calibri"/>
              </a:rPr>
              <a:t> — LM Studio, vLLM, OpenRouter, Groq, Together, or a cloud key. The agent speaks a plain-text ReAct protocol, so native tool-calling is not required.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Memory is files, not a service</a:t>
            </a:r>
            <a:r>
              <a:rPr sz="1600">
                <a:solidFill>
                  <a:srgbClr val="333333"/>
                </a:solidFill>
                <a:latin typeface="Calibri"/>
              </a:rPr>
              <a:t> — markdown nodes with typed edges, plus embedded SQLite. Nothing to install, nothing to back up separately, everything greppable and git-diffable.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Runs on a laptop, a NUC, or a container</a:t>
            </a:r>
            <a:r>
              <a:rPr sz="1600">
                <a:solidFill>
                  <a:srgbClr val="333333"/>
                </a:solidFill>
                <a:latin typeface="Calibri"/>
              </a:rPr>
              <a:t> — zero-Docker mode is a first-class deployment, not a degraded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The system in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Measured on main, not estimated.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465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Python modules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002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~102k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lines in aiforge_core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002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109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chat 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16002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19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pipeline agent roles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718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~4,000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tests, 0 failing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9718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86%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line coverage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9718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186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dependency packages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2971800"/>
            <a:ext cx="257860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/>
            </a:r>
            <a:r>
              <a:rPr sz="3000" b="1">
                <a:solidFill>
                  <a:srgbClr val="1F4E79"/>
                </a:solidFill>
                <a:latin typeface="Calibri"/>
              </a:rPr>
              <a:t>0</a:t>
            </a:r>
          </a:p>
          <a:p>
            <a:pPr algn="ctr"/>
            <a:r>
              <a:rPr sz="1200">
                <a:solidFill>
                  <a:srgbClr val="666666"/>
                </a:solidFill>
                <a:latin typeface="Calibri"/>
              </a:rPr>
              <a:t>databases to operate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2628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Big surface, small parts</a:t>
            </a:r>
            <a:r>
              <a:rPr sz="1600">
                <a:solidFill>
                  <a:srgbClr val="333333"/>
                </a:solidFill>
                <a:latin typeface="Calibri"/>
              </a:rPr>
              <a:t> — every function is held under SonarQube cognitive complexity 15; the 1,550-line chat loop was decomposed into ~30 helpers.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Static analysis</a:t>
            </a:r>
            <a:r>
              <a:rPr sz="1600">
                <a:solidFill>
                  <a:srgbClr val="333333"/>
                </a:solidFill>
                <a:latin typeface="Calibri"/>
              </a:rPr>
              <a:t> — 0 bugs; the 9 remaining "vulnerabilities" are documented, gated TLS opt-outs for self-signed internal hosts, individually triaged.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No Postgres, no Neo4j, no GPU, no torch</a:t>
            </a:r>
            <a:r>
              <a:rPr sz="1600">
                <a:solidFill>
                  <a:srgbClr val="333333"/>
                </a:solidFill>
                <a:latin typeface="Calibri"/>
              </a:rPr>
              <a:t> — semantic recall is optional static embeddings (~30 MB) over sqlite-vec.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One FastAPI process on port 8799. Everything else is a library inside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173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111111"/>
                </a:solidFill>
                <a:latin typeface="Calibri"/>
              </a:rPr>
              <a:t>React UI  ·  Chat  ·  Tickets  ·  Library  ·  Settings  ·  Memory sync panel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35040" y="2212848"/>
            <a:ext cx="0" cy="301752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2514600"/>
            <a:ext cx="108173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111111"/>
                </a:solidFill>
                <a:latin typeface="Calibri"/>
              </a:rPr>
              <a:t>FastAPI  —  REST + SSE streaming,  approval gate,  runtime settings,  jobs scheduler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35040" y="3081528"/>
            <a:ext cx="0" cy="301752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3383280"/>
            <a:ext cx="2578608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Chat agent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ReAct loop, 109 tools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383280"/>
            <a:ext cx="2578608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ADK pipeline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19 agents, worktrees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383280"/>
            <a:ext cx="2578608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Memory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OKR-DAG + SQLite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3383280"/>
            <a:ext cx="2578608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Integrations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Jira · GitLab · Confluence · MCP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75104.0" y="4297680"/>
            <a:ext cx="0.0" cy="2926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718304.0" y="4297680"/>
            <a:ext cx="0.0" cy="2926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461504.0" y="4297680"/>
            <a:ext cx="0.0" cy="2926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204704.0" y="4297680"/>
            <a:ext cx="0.0" cy="2926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4590288"/>
            <a:ext cx="108173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111111"/>
                </a:solidFill>
                <a:latin typeface="Calibri"/>
              </a:rPr>
              <a:t>LLM client  —  rate ceiling · request meter · model registry · automatic cloud escalation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35040" y="5157216"/>
            <a:ext cx="0" cy="2926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5800" y="5449824"/>
            <a:ext cx="1081735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111111"/>
                </a:solidFill>
                <a:latin typeface="Calibri"/>
              </a:rPr>
              <a:t>Any OpenAI-compatible endpoint  —  LM Studio · vLLM · mlx · OpenRouter ·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053328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666666"/>
                </a:solidFill>
                <a:latin typeface="Calibri"/>
              </a:rPr>
              <a:t>State on disk: ~/.aiforge/ — agent_config.json, integrations.json, memory/, work/, aiforge.db (SQLite).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How a turn works — the chat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Plain-text ReAct. No vendor function-calling, so any model can drive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1673352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Build context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context_bundle()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59152" y="2258568"/>
            <a:ext cx="155448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14600" y="1783080"/>
            <a:ext cx="1673352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Model call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THOUGHT / ACTION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87952" y="2258568"/>
            <a:ext cx="155448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43400" y="1783080"/>
            <a:ext cx="1673352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Gate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policy + risk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16752" y="2258568"/>
            <a:ext cx="155448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72200" y="1783080"/>
            <a:ext cx="1673352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Run tool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diff shown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45552" y="2258568"/>
            <a:ext cx="155448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01000" y="1783080"/>
            <a:ext cx="1673352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Observe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condense if near limit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74352" y="2258568"/>
            <a:ext cx="155448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29800" y="1783080"/>
            <a:ext cx="1673352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FINAL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+ next-step chip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08760" y="2743200"/>
            <a:ext cx="0" cy="27432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3017520"/>
            <a:ext cx="10817352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111111"/>
                </a:solidFill>
                <a:latin typeface="Calibri"/>
              </a:rPr>
              <a:t>loop until FINAL, the step cap, the turn deadline, or Stop  —  and the loop can be resumed, not restarted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9476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One assembly seam</a:t>
            </a:r>
            <a:r>
              <a:rPr sz="1600">
                <a:solidFill>
                  <a:srgbClr val="333333"/>
                </a:solidFill>
                <a:latin typeface="Calibri"/>
              </a:rPr>
              <a:t> — rules, preferences, matched skills and workflows, memory recall and the repo map are all built in context_bundle.build_bundle(); adding a context source touches one function.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Every write shows a diff</a:t>
            </a:r>
            <a:r>
              <a:rPr sz="1600">
                <a:solidFill>
                  <a:srgbClr val="333333"/>
                </a:solidFill>
                <a:latin typeface="Calibri"/>
              </a:rPr>
              <a:t> — risky commands and external writes pause for Approve / Reject; blanket `git add -A` is refused.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The turn ends by predicting the next step</a:t>
            </a:r>
            <a:r>
              <a:rPr sz="1600">
                <a:solidFill>
                  <a:srgbClr val="333333"/>
                </a:solidFill>
                <a:latin typeface="Calibri"/>
              </a:rPr>
              <a:t> — it acts only inside a blast-radius table (see Safety), otherwise it offers a chip.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Modes</a:t>
            </a:r>
            <a:r>
              <a:rPr sz="1600">
                <a:solidFill>
                  <a:srgbClr val="333333"/>
                </a:solidFill>
                <a:latin typeface="Calibri"/>
              </a:rPr>
              <a:t> — Simple, Plan (read-only), Team (full pipeline). Quick mode caps the steps for small asks; Cave mode trims context for small local models.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How a ticket becomes a PR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The same tools, driven by 19 specialised roles instead of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Triage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97480" y="211226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80360" y="178308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Enhancer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92040" y="211226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74920" y="178308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Architect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86600" y="211226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269480" y="178308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Planner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81160" y="211226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64040" y="178308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Verifier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88920"/>
            <a:ext cx="329184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Doer ↔ Refiner ↔ Feedback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77640" y="311810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60520" y="278892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Validator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311810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55080" y="2788920"/>
            <a:ext cx="219456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Live-verifier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49640" y="3118104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732520" y="2788920"/>
            <a:ext cx="2011680" cy="65836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Learner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00200" y="2441448"/>
            <a:ext cx="0" cy="347472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70332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Context gatherers run in parallel</a:t>
            </a:r>
            <a:r>
              <a:rPr sz="1600">
                <a:solidFill>
                  <a:srgbClr val="333333"/>
                </a:solidFill>
                <a:latin typeface="Calibri"/>
              </a:rPr>
              <a:t> — researcher, repo-map (tree-sitter + PageRank over the AST), conventions.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Multi-file builds fan out</a:t>
            </a:r>
            <a:r>
              <a:rPr sz="1600">
                <a:solidFill>
                  <a:srgbClr val="333333"/>
                </a:solidFill>
                <a:latin typeface="Calibri"/>
              </a:rPr>
              <a:t> — up to 4 parallel subtasks, each with a fresh context and its own git worktree, all building against one SPEC.md written up front, then reconciled.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The build loop is closed</a:t>
            </a:r>
            <a:r>
              <a:rPr sz="1600">
                <a:solidFill>
                  <a:srgbClr val="333333"/>
                </a:solidFill>
                <a:latin typeface="Calibri"/>
              </a:rPr>
              <a:t> — the Doer edits, tests run, the Feedback agent reads the failures, the Refiner fixes; the Live-verifier then runs the real recipe.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The Learner writes memory back</a:t>
            </a:r>
            <a:r>
              <a:rPr sz="1600">
                <a:solidFill>
                  <a:srgbClr val="333333"/>
                </a:solidFill>
                <a:latin typeface="Calibri"/>
              </a:rPr>
              <a:t> — durable objectives, key results and learnings, LLM-verified before they are saved.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The tool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109 tools in the chat registry; per-agent allowlists in the pipeline.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079992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Files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file_read · file_write · file_patch · editor (syntax-checked, undo) · multi_edit (atomic batch) · list_dir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grep · find · lsp · run_command · run_tests · typecheck · format · ipython · project · serve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VCS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targeted git · github_pr · GitLab MRs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Integrations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jira_* (21) · confluence_* (14) · gitlab_* · email · web_search / fetch / crawl · browser · MCP · context_gather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memory_lookup · memory_write · remember_rule · skill and workflow search / learn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Long-running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watch_until · schedule_task · serve (background dev servers) · plan_progress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89204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Two registries on purpose</a:t>
            </a:r>
            <a:r>
              <a:rPr sz="1600">
                <a:solidFill>
                  <a:srgbClr val="333333"/>
                </a:solidFill>
                <a:latin typeface="Calibri"/>
              </a:rPr>
              <a:t> — the chat agent and the pipeline Doer are separate engines; drift between them fails a parity test and a startup check.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Unconfigured is not broken</a:t>
            </a:r>
            <a:r>
              <a:rPr sz="1600">
                <a:solidFill>
                  <a:srgbClr val="333333"/>
                </a:solidFill>
                <a:latin typeface="Calibri"/>
              </a:rPr>
              <a:t> — a tool with no credentials returns `*_not_configured` plus a hint, and is hidden from the catalogue rather than crashing a turn.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Callable from scripts</a:t>
            </a:r>
            <a:r>
              <a:rPr sz="1600">
                <a:solidFill>
                  <a:srgbClr val="333333"/>
                </a:solidFill>
                <a:latin typeface="Calibri"/>
              </a:rPr>
              <a:t> — `aiforge-tool &lt;name&gt; '&lt;json&gt;'` gives jobs and workflow scripts the same registry, read-only by default.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Memory — markdown files, not a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The whole store is a folder you can read, grep, diff and delete.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108960" cy="1965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~/.aiforge/memory/okf/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/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objectives/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key_results/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learnings/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sessions/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794760" y="2651760"/>
            <a:ext cx="32004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114800" y="1691640"/>
            <a:ext cx="3108960" cy="1965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In-memory graph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/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typed frontmatter edges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plain dicts, built at load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no DB, no server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23760" y="2651760"/>
            <a:ext cx="32004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543800" y="1691640"/>
            <a:ext cx="3959352" cy="1965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Surgical retrieval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/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ascend: the objective (why)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descend: the key result (what)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constraints + recent activity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4048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Every write goes through capture()</a:t>
            </a:r>
            <a:r>
              <a:rPr sz="1600">
                <a:solidFill>
                  <a:srgbClr val="333333"/>
                </a:solidFill>
                <a:latin typeface="Calibri"/>
              </a:rPr>
              <a:t> — tagged by topic and by which agent wrote it, then folded into topic briefs that an LLM dedupes and merges, split on oversize with cross-links.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Recall works with nothing installed</a:t>
            </a:r>
            <a:r>
              <a:rPr sz="1600">
                <a:solidFill>
                  <a:srgbClr val="333333"/>
                </a:solidFill>
                <a:latin typeface="Calibri"/>
              </a:rPr>
              <a:t> — keyword plus spell-correction by default; semantic vector KNN is one opt-in flag (static embeddings, ~30 MB, no torch) over sqlite-vec.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One unified query</a:t>
            </a:r>
            <a:r>
              <a:rPr sz="1600">
                <a:solidFill>
                  <a:srgbClr val="333333"/>
                </a:solidFill>
                <a:latin typeface="Calibri"/>
              </a:rPr>
              <a:t> — SQLite vectors, full-text, graph hops, code symbols and docs are fanned out in parallel, scored and deduped; raw code chunks are deliberately demoted so curated knowledge outranks RAG.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A session execution ledger</a:t>
            </a:r>
            <a:r>
              <a:rPr sz="1600">
                <a:solidFill>
                  <a:srgbClr val="333333"/>
                </a:solidFill>
                <a:latin typeface="Calibri"/>
              </a:rPr>
              <a:t> — "this already ran, do not repeat it" — plus auto-captured working workflows.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Why that memory design is simpler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Every operational burden a vector-database stack adds, removed.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663440"/>
                <a:gridCol w="441655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Typical agent stack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AIForgeCrew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Vector DB service (pgvector / Chroma / Neo4j) to install, tune, back up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Markdown files + one SQLite file under ~/.aiforge/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Inspect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Query the DB, decode embeddings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cat / grep / a text editor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Opaque rows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git-diffable; hardlink snapshots and a revert endpoint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Move a machine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Dump and restore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Copy a folder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Retrieval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Nearest-neighbour over everything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Graph-shaped: the active goal's why / what / rules / recent, bounded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Embed everything, always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Keyword by default; one daily fold, not per-turn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DB down = agent amnesia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Worst case is a file the agent cannot parse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23560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666666"/>
                </a:solidFill>
                <a:latin typeface="Calibri"/>
              </a:rPr>
              <a:t>A measured example: one 72k-character chat day cost 90 LLM calls and 172k prompt characters to fold; batching and window-aware sizing brought it to 8 calls and 83k.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Context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The budget comes from the model, never from a constant.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Sized from the router, not guessed</a:t>
            </a:r>
            <a:r>
              <a:rPr sz="1600">
                <a:solidFill>
                  <a:srgbClr val="333333"/>
                </a:solidFill>
                <a:latin typeface="Calibri"/>
              </a:rPr>
              <a:t> — input_char_budget(role) reads the model's real window per role; the output cap is what is left after the prompt, not a fixed 32k. A prompt with no room falls back to a deterministic merge instead of calling.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Automatic condensing near the limit</a:t>
            </a:r>
            <a:r>
              <a:rPr sz="1600">
                <a:solidFill>
                  <a:srgbClr val="333333"/>
                </a:solidFill>
                <a:latin typeface="Calibri"/>
              </a:rPr>
              <a:t> — with a duplicate-read guard, and a rule that a condense which drops turns must also clear the read-guard, or the agent can never re-read a file whose content was just deleted.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Repo map instead of the repo</a:t>
            </a:r>
            <a:r>
              <a:rPr sz="1600">
                <a:solidFill>
                  <a:srgbClr val="333333"/>
                </a:solidFill>
                <a:latin typeface="Calibri"/>
              </a:rPr>
              <a:t> — tree-sitter parsing plus PageRank ranks the symbols that matter and injects only those (vendored in-tree, Apache-2.0).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Cave mode</a:t>
            </a:r>
            <a:r>
              <a:rPr sz="1600">
                <a:solidFill>
                  <a:srgbClr val="333333"/>
                </a:solidFill>
                <a:latin typeface="Calibri"/>
              </a:rPr>
              <a:t> — a lean context profile for small local models; matched workflows and rules survive it because they are mandatory.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Quick mode</a:t>
            </a:r>
            <a:r>
              <a:rPr sz="1600">
                <a:solidFill>
                  <a:srgbClr val="333333"/>
                </a:solidFill>
                <a:latin typeface="Calibri"/>
              </a:rPr>
              <a:t> — a step cap for small asks, where open-ended exploration costs more than the change.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Memory folds once a day at 18:00 local</a:t>
            </a:r>
            <a:r>
              <a:rPr sz="1600">
                <a:solidFill>
                  <a:srgbClr val="333333"/>
                </a:solidFill>
                <a:latin typeface="Calibri"/>
              </a:rPr>
              <a:t> — not per turn, not hourly. With catch-up if the machine was asleep, a retry budget, and a floor so a machine never awake at 18:00 still compacts within 3 days.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Turn state is durable</a:t>
            </a:r>
            <a:r>
              <a:rPr sz="1600">
                <a:solidFill>
                  <a:srgbClr val="333333"/>
                </a:solidFill>
                <a:latin typeface="Calibri"/>
              </a:rPr>
              <a:t> — resume a stopped turn with what landed and what is pending, rather than restarting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Long-running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The hard part is not starting a long job — it is bounding it and resuming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Parallel subtasks in isolated worktrees</a:t>
            </a:r>
            <a:r>
              <a:rPr sz="1600">
                <a:solidFill>
                  <a:srgbClr val="333333"/>
                </a:solidFill>
                <a:latin typeface="Calibri"/>
              </a:rPr>
              <a:t> — up to 4 at once, each with its own fresh context and git worktree, built against a shared SPEC.md and reconciled at the end. One subtask failing does not poison the others.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One tool call = one whole watch</a:t>
            </a:r>
            <a:r>
              <a:rPr sz="1600">
                <a:solidFill>
                  <a:srgbClr val="333333"/>
                </a:solidFill>
                <a:latin typeface="Calibri"/>
              </a:rPr>
              <a:t> — watch_until re-runs a command until a condition holds; 45 polls cost a single model request. The same economics apply to CI pipeline watching.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Scheduled and deferred work</a:t>
            </a:r>
            <a:r>
              <a:rPr sz="1600">
                <a:solidFill>
                  <a:srgbClr val="333333"/>
                </a:solidFill>
                <a:latin typeface="Calibri"/>
              </a:rPr>
              <a:t> — schedule_task creates cron jobs; the daily maintenance pass records {at, ok, fails} on disk, retries at most twice, and never runs twice in 12 hours.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Budgets extend only on real progress</a:t>
            </a:r>
            <a:r>
              <a:rPr sz="1600">
                <a:solidFill>
                  <a:srgbClr val="333333"/>
                </a:solidFill>
                <a:latin typeface="Calibri"/>
              </a:rPr>
              <a:t> — new file reads, landed edits, or a change in the worktree fingerprint. Counting distinct tool calls is exactly wrong: an agent varying its arguments would earn every extension.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The product is bounded</a:t>
            </a:r>
            <a:r>
              <a:rPr sz="1600">
                <a:solidFill>
                  <a:srgbClr val="333333"/>
                </a:solidFill>
                <a:latin typeface="Calibri"/>
              </a:rPr>
              <a:t> — cap × extensions is validated together; each field validated alone once multiplied out to a 51-day turn.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Streaming survives the browser</a:t>
            </a:r>
            <a:r>
              <a:rPr sz="1600">
                <a:solidFill>
                  <a:srgbClr val="333333"/>
                </a:solidFill>
                <a:latin typeface="Calibri"/>
              </a:rPr>
              <a:t> — navigate away and back mid-turn, cancel, or restore a checkpoint.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Rate limiting and cost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A ceiling only works if every transport is under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A sliding 60-second window of send stamps, on a monotonic clock</a:t>
            </a:r>
            <a:r>
              <a:rPr sz="1600">
                <a:solidFill>
                  <a:srgbClr val="333333"/>
                </a:solidFill>
                <a:latin typeface="Calibri"/>
              </a:rPr>
              <a:t> — a token bucket that starts full allows 2N requests in a wall minute, and every provider that advertises "N per minute" measures a sliding window.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Enforced on all three transports</a:t>
            </a:r>
            <a:r>
              <a:rPr sz="1600">
                <a:solidFill>
                  <a:srgbClr val="333333"/>
                </a:solidFill>
                <a:latin typeface="Calibri"/>
              </a:rPr>
              <a:t> — the HTTP client, the structured / instructor path through the OpenAI SDK, and the ADK path through LiteLLM. The structured path is the busiest unattended sender and was once entirely uncapped.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Classified from the server's message field, not the echoed body</a:t>
            </a:r>
            <a:r>
              <a:rPr sz="1600">
                <a:solidFill>
                  <a:srgbClr val="333333"/>
                </a:solidFill>
                <a:latin typeface="Calibri"/>
              </a:rPr>
              <a:t> — otherwise pasting a rate-limit error into chat could freeze the box.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Holds are scoped per provider</a:t>
            </a:r>
            <a:r>
              <a:rPr sz="1600">
                <a:solidFill>
                  <a:srgbClr val="333333"/>
                </a:solidFill>
                <a:latin typeface="Calibri"/>
              </a:rPr>
              <a:t> — a cloud 429 must not stall a local model server that publishes no limit at all.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Quota is not a rate limit</a:t>
            </a:r>
            <a:r>
              <a:rPr sz="1600">
                <a:solidFill>
                  <a:srgbClr val="333333"/>
                </a:solidFill>
                <a:latin typeface="Calibri"/>
              </a:rPr>
              <a:t> — insufficient_quota arrives as a 429 but is permanent for hours; treating it as throttling re-arms a hold on every attempt.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A ceiling that raises is an outage</a:t>
            </a:r>
            <a:r>
              <a:rPr sz="1600">
                <a:solidFill>
                  <a:srgbClr val="333333"/>
                </a:solidFill>
                <a:latin typeface="Calibri"/>
              </a:rPr>
              <a:t> — it warns and lets 15-30 second routers and classifiers through rather than failing them.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Visible, not implicit</a:t>
            </a:r>
            <a:r>
              <a:rPr sz="1600">
                <a:solidFill>
                  <a:srgbClr val="333333"/>
                </a:solidFill>
                <a:latin typeface="Calibri"/>
              </a:rPr>
              <a:t> — a toolbar meter shows 1 m / 15 m / 1 h with a sparkline by role and model, and the chat footer shows requests for this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Safety 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Autonomy is granted by blast radius, never by confidence.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206240"/>
                <a:gridCol w="5239512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Examples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Tier 1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Reads, safe shell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Acts automatically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Tier 2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File writes, commits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Acts only with a clean git tree — "undo" must mean something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Tier 3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Leaves the machine, spends money, irreversible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Never acts, at any confidence. An unrecognised tool is tier 3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365760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Confidence is evidence about whether a guess is right; it says nothing about what it costs when wrong.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Per-tool allow / ask / deny policy plus a command risk classifier</a:t>
            </a:r>
            <a:r>
              <a:rPr sz="1600">
                <a:solidFill>
                  <a:srgbClr val="333333"/>
                </a:solidFill>
                <a:latin typeface="Calibri"/>
              </a:rPr>
              <a:t> — risky actions pause with a diff preview.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Workspace jail on by default</a:t>
            </a:r>
            <a:r>
              <a:rPr sz="1600">
                <a:solidFill>
                  <a:srgbClr val="333333"/>
                </a:solidFill>
                <a:latin typeface="Calibri"/>
              </a:rPr>
              <a:t> — mutating file tools are confined to the session workspace, symlinks and ../ resolved.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Delete guard, scope guard, plan mode</a:t>
            </a:r>
            <a:r>
              <a:rPr sz="1600">
                <a:solidFill>
                  <a:srgbClr val="333333"/>
                </a:solidFill>
                <a:latin typeface="Calibri"/>
              </a:rPr>
              <a:t> — deletes need confirmation, Doer edits are blocked outside the ticket's allowlist, plan mode is read-only.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Secrets never leave the machine</a:t>
            </a:r>
            <a:r>
              <a:rPr sz="1600">
                <a:solidFill>
                  <a:srgbClr val="333333"/>
                </a:solidFill>
                <a:latin typeface="Calibri"/>
              </a:rPr>
              <a:t> — outbound memory passes a deterministic secrets / private / noise filter before anything is even advertised, and a blocked note is dropped whole rather than edited.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Security and data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No telemetry. Nothing leaves the machine unless you point it somewhere.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079992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  <a:latin typeface="Calibri"/>
                        </a:rPr>
                        <a:t>How it is handled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Telemetry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None. DO_NOT_TRACK=1, Hugging Face and LiteLLM telemetry off, cost map read locally — and no analytics package in the 599-package lock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Prompts and code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Go only to the endpoint you configure. Point it at LM Studio, vLLM or mlx on your own hardware and nothing leaves the box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Data at rest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~/.aiforge/ — markdown files and one SQLite file. Delete the folder and the memory is gone; there is no second copy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Network exposure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Loopback by default, and a loud warning if bound off-loopback with no AIFORGE_API_TOKEN. Fleet sync is open for LAN or WireGuard; one flag closes it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Outbound knowledge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 secrets / private / noise filter runs on the client before a note is advertised; a blocked note is dropped whole, never edited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Tool egress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SSRF guard on web fetch and crawl. TLS verification is disabled only per endpoint, opt-in, for self-signed internal hosts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Supply chain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uv.lock pinned and shipped; Trivy clean; CI emits a CycloneDX SBOM and pinned requirements for Black Duck; Sonar reports 0 bugs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  <a:latin typeface="Calibri"/>
                        </a:rPr>
                        <a:t>Isolation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AIFORGE_WORKSPACE_DIR clamps file and exec to one directory; the workspace jail is on by default; container mode for untrusted use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532120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666666"/>
                </a:solidFill>
                <a:latin typeface="Calibri"/>
              </a:rPr>
              <a:t>Stated plainly: by default the chat agent has full, unsandboxed shell access on the host. The jail guards file tools, not arbitrary shell — treat the chat box like a terminal, and run untrusted work in the container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Groups and fleet memory sync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One admin hub can serve several independent fleets.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627632"/>
            <a:ext cx="27432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111111"/>
                </a:solidFill>
                <a:latin typeface="Calibri"/>
              </a:rPr>
              <a:t>Admin hub</a:t>
            </a:r>
          </a:p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merges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108960"/>
            <a:ext cx="3291840" cy="8686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Laptop A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compacts locally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2331720" y="2587752"/>
            <a:ext cx="3749040" cy="5212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434839" y="3108960"/>
            <a:ext cx="3291840" cy="8686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NUC / server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compacts locally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6080759" y="2587752"/>
            <a:ext cx="1" cy="5212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183878" y="3108960"/>
            <a:ext cx="3291840" cy="8686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111111"/>
                </a:solidFill>
                <a:latin typeface="Calibri"/>
              </a:rPr>
              <a:t>Laptop B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compacts locally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6080760" y="2587752"/>
            <a:ext cx="3749038" cy="521208"/>
          </a:xfrm>
          <a:prstGeom prst="line">
            <a:avLst/>
          </a:prstGeom>
          <a:ln w="19050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6512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666666"/>
                </a:solidFill>
                <a:latin typeface="Calibri"/>
              </a:rPr>
              <a:t>Spokes initiate in both directions, so only the admin needs a reachable address — laptops behind NAT just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11111"/>
                </a:solidFill>
                <a:latin typeface="Calibri"/>
              </a:rPr>
              <a:t>•  Groups are discovered, not configured</a:t>
            </a:r>
            <a:r>
              <a:rPr sz="1400">
                <a:solidFill>
                  <a:srgbClr val="333333"/>
                </a:solidFill>
                <a:latin typeface="Calibri"/>
              </a:rPr>
              <a:t> — the client reads the group list from the admin URL; one group means auto-join.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11111"/>
                </a:solidFill>
                <a:latin typeface="Calibri"/>
              </a:rPr>
              <a:t>•  Isolation is one line</a:t>
            </a:r>
            <a:r>
              <a:rPr sz="1400">
                <a:solidFill>
                  <a:srgbClr val="333333"/>
                </a:solidFill>
                <a:latin typeface="Calibri"/>
              </a:rPr>
              <a:t> — a ContextVar in the path root repoints the whole tree per group, so manifests, merges and snapshots follow without knowing groups exist.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11111"/>
                </a:solidFill>
                <a:latin typeface="Calibri"/>
              </a:rPr>
              <a:t>•  Only durable knowledge travels</a:t>
            </a:r>
            <a:r>
              <a:rPr sz="1400">
                <a:solidFill>
                  <a:srgbClr val="333333"/>
                </a:solidFill>
                <a:latin typeface="Calibri"/>
              </a:rPr>
              <a:t> — raw captures and local briefs never leave the machine they were written on.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11111"/>
                </a:solidFill>
                <a:latin typeface="Calibri"/>
              </a:rPr>
              <a:t>•  Every fold and every pull takes a hardlink snapshot first</a:t>
            </a:r>
            <a:r>
              <a:rPr sz="1400">
                <a:solidFill>
                  <a:srgbClr val="333333"/>
                </a:solidFill>
                <a:latin typeface="Calibri"/>
              </a:rPr>
              <a:t> — revert is an endpoint, and the revert is itself revertible.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Next: central memory management and identity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Today the fleet knows which box wrote a fact. Next it knows who.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114800"/>
                <a:gridCol w="5148072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Peer id = machine hostname slug (overridable)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Machine + OS user — Windows SID, macOS / Linux uid — so a fact names a person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Attribution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Every node stamped origin / rev / updated_by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Per-person authorship, searchable and filterable across the fleet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Console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Per-machine settings panel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One fleet view: peers, groups, last sync, pending and held-back with reasons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Set on each machine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Pushed from the centre: group membership, redaction rules, retention, rate ceilings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Audit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Local logs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Who wrote it, who merged it, what was blocked and why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Recovery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Per-machine snapshots and revert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Central snapshot browse and revert across groups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440680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666666"/>
                </a:solidFill>
                <a:latin typeface="Calibri"/>
              </a:rPr>
              <a:t>Ordering already uses a per-node counter rather than a timestamp — peers include machines whose clocks disagree, and a clock-based last-writer-wins hands every conflict to the most wrong clock in the fleet.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Compared with the usual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Self-hosted agent stacks, not the hosted products.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480560"/>
                <a:gridCol w="4599432"/>
              </a:tblGrid>
              <a:tr h="51206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Typical agent stack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AIForgeCrew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Model support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Needs native function-calling; small local models drop out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Plain-text ReAct — any OpenAI-compatible endpoint, local or cloud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Infrastructure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Postgres + vector DB + queue via docker-compose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One process; SQLite and files. Zero-Docker mode is first class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Embed everything, nearest-neighbour recall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Goal-shaped graph of markdown; keyword by default, vectors optional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Long jobs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One conversation; failure means restart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Worktree fan-out, resumable turns, watch and schedule as single calls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Cost control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Whatever the provider enforces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Sliding-window ceiling on every transport, plus a visible request meter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Team memory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Per-user, or a hosted service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Admin hub with groups, client-side redaction, snapshot and revert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Autonomy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Confidence threshold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Blast-radius table; irreversible actions never auto-run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How to deploy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Pick the amount of Docker you want. None is a valid answer.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64208"/>
          <a:ext cx="1081735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5239512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What runs where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Lite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./run.sh --lite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Zero Docker. App on the host, SQLite for tickets, chat, jobs and memory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Hybrid (default)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./run.sh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Infra in Docker, API and runner on the host — how the production NUC runs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Docker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./run.sh --docker  /  docker compose up -d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Everything containerised; the agent is isolated from the host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Installers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MSI · DMG · .deb · portable tarball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Native install for Windows, macOS, Linux, or an unpacked bundle</a:t>
                      </a:r>
                    </a:p>
                  </a:txBody>
                  <a:tcPr marL="64008" marT="27432" marB="27432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systemctl --user restart aiforge-api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Calibri"/>
                        </a:rPr>
                        <a:t>User systemd unit; run.sh bootstraps dependencies on boot</a:t>
                      </a:r>
                    </a:p>
                  </a:txBody>
                  <a:tcPr marL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617720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One first run</a:t>
            </a:r>
            <a:r>
              <a:rPr sz="1600">
                <a:solidFill>
                  <a:srgbClr val="333333"/>
                </a:solidFill>
                <a:latin typeface="Calibri"/>
              </a:rPr>
              <a:t> — clone, ./run.sh, open http://127.0.0.1:8799/ui/, pick a provider and model per role, test the connection.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Upgrade is a pull</a:t>
            </a:r>
            <a:r>
              <a:rPr sz="1600">
                <a:solidFill>
                  <a:srgbClr val="333333"/>
                </a:solidFill>
                <a:latin typeface="Calibri"/>
              </a:rPr>
              <a:t> — git pull &amp;&amp; restart; a dependency change needs no separate install step, and an old Postgres install migrates itself into SQLite.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Optional extras, each one flag</a:t>
            </a:r>
            <a:r>
              <a:rPr sz="1600">
                <a:solidFill>
                  <a:srgbClr val="333333"/>
                </a:solidFill>
                <a:latin typeface="Calibri"/>
              </a:rPr>
              <a:t> — semantic recall, self-hosted Langfuse tracing, the code graph. None of them is required to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How it is kept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108173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Calibri"/>
              </a:rPr>
              <a:t>Nothing here is claimed without a way to re-check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~4,000 tests on main, zero failing</a:t>
            </a:r>
            <a:r>
              <a:rPr sz="1600">
                <a:solidFill>
                  <a:srgbClr val="333333"/>
                </a:solidFill>
                <a:latin typeface="Calibri"/>
              </a:rPr>
              <a:t> — and a fresh-environment reproduction in one command (`make test-docker`) so "works on my machine" is testable.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Every fix is mutation-pinned</a:t>
            </a:r>
            <a:r>
              <a:rPr sz="1600">
                <a:solidFill>
                  <a:srgbClr val="333333"/>
                </a:solidFill>
                <a:latin typeface="Calibri"/>
              </a:rPr>
              <a:t> — revert the fix and a named test must go red. Sweeps have found fixes that were pinned by nothing.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New tests are run against the unfixed tree first</a:t>
            </a:r>
            <a:r>
              <a:rPr sz="1600">
                <a:solidFill>
                  <a:srgbClr val="333333"/>
                </a:solidFill>
                <a:latin typeface="Calibri"/>
              </a:rPr>
              <a:t> — a test that passes before the fix proves nothing.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Real static analysis, not a hand-rolled meter</a:t>
            </a:r>
            <a:r>
              <a:rPr sz="1600">
                <a:solidFill>
                  <a:srgbClr val="333333"/>
                </a:solidFill>
                <a:latin typeface="Calibri"/>
              </a:rPr>
              <a:t> — SonarQube is ground truth; a local complexity counter under-read one function by 38 points.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Review rounds are repeated until they find nothing</a:t>
            </a:r>
            <a:r>
              <a:rPr sz="1600">
                <a:solidFill>
                  <a:srgbClr val="333333"/>
                </a:solidFill>
                <a:latin typeface="Calibri"/>
              </a:rPr>
              <a:t> — on several features every round found real defects inside the previous round's fixes.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11111"/>
                </a:solidFill>
                <a:latin typeface="Calibri"/>
              </a:rPr>
              <a:t>•  CI emits its own scan inputs</a:t>
            </a:r>
            <a:r>
              <a:rPr sz="1600">
                <a:solidFill>
                  <a:srgbClr val="333333"/>
                </a:solidFill>
                <a:latin typeface="Calibri"/>
              </a:rPr>
              <a:t> — one build stage produces coverage, JUnit, pinned requirements and an SBOM for Sonar and Black Duck.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173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111"/>
                </a:solidFill>
                <a:latin typeface="Calibri"/>
              </a:rPr>
              <a:t>In one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78992"/>
            <a:ext cx="10817352" cy="177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1735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b="1" sz="1700">
                <a:solidFill>
                  <a:srgbClr val="111111"/>
                </a:solidFill>
                <a:latin typeface="Calibri"/>
              </a:rPr>
              <a:t>•  Built as one FastAPI process</a:t>
            </a:r>
            <a:r>
              <a:rPr sz="1700">
                <a:solidFill>
                  <a:srgbClr val="333333"/>
                </a:solidFill>
                <a:latin typeface="Calibri"/>
              </a:rPr>
              <a:t> — no database to operate, no vendor lock, any OpenAI-compatible model.</a:t>
            </a:r>
          </a:p>
          <a:p>
            <a:pPr>
              <a:spcAft>
                <a:spcPts val="1300"/>
              </a:spcAft>
            </a:pPr>
            <a:r>
              <a:rPr b="1" sz="1700">
                <a:solidFill>
                  <a:srgbClr val="111111"/>
                </a:solidFill>
                <a:latin typeface="Calibri"/>
              </a:rPr>
              <a:t>•  Two entry points on one engine</a:t>
            </a:r>
            <a:r>
              <a:rPr sz="1700">
                <a:solidFill>
                  <a:srgbClr val="333333"/>
                </a:solidFill>
                <a:latin typeface="Calibri"/>
              </a:rPr>
              <a:t> — a chat coding agent and an autonomous ticket-to-PR pipeline of 19 agents.</a:t>
            </a:r>
          </a:p>
          <a:p>
            <a:pPr>
              <a:spcAft>
                <a:spcPts val="1300"/>
              </a:spcAft>
            </a:pPr>
            <a:r>
              <a:rPr b="1" sz="1700">
                <a:solidFill>
                  <a:srgbClr val="111111"/>
                </a:solidFill>
                <a:latin typeface="Calibri"/>
              </a:rPr>
              <a:t>•  Memory is a folder of markdown with typed edges</a:t>
            </a:r>
            <a:r>
              <a:rPr sz="1700">
                <a:solidFill>
                  <a:srgbClr val="333333"/>
                </a:solidFill>
                <a:latin typeface="Calibri"/>
              </a:rPr>
              <a:t> — readable, diffable, revertible; vectors are optional, not load-bearing.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 Context is budgeted from the model's real window, folded once a day, and resumable rather than restartable.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 Long work runs in isolated git worktrees, fans out four ways, and extends its budget only when it is genuinely making progress.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 Spend is capped by a sliding-window ceiling on every transport and shown in a live meter.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•  Autonomy is granted by blast radius; irreversible actions never run themselves.</a:t>
            </a:r>
          </a:p>
          <a:p>
            <a:pPr>
              <a:spcAft>
                <a:spcPts val="1300"/>
              </a:spcAft>
            </a:pPr>
            <a:r>
              <a:rPr b="1" sz="1700">
                <a:solidFill>
                  <a:srgbClr val="111111"/>
                </a:solidFill>
                <a:latin typeface="Calibri"/>
              </a:rPr>
              <a:t>•  No telemetry, no vendor account, no hosted service</a:t>
            </a:r>
            <a:r>
              <a:rPr sz="1700">
                <a:solidFill>
                  <a:srgbClr val="333333"/>
                </a:solidFill>
                <a:latin typeface="Calibri"/>
              </a:rPr>
              <a:t> — you own the model endpoint, the data and the machine.</a:t>
            </a:r>
          </a:p>
          <a:p>
            <a:pPr>
              <a:spcAft>
                <a:spcPts val="1300"/>
              </a:spcAft>
            </a:pPr>
            <a:r>
              <a:rPr b="1" sz="1700">
                <a:solidFill>
                  <a:srgbClr val="111111"/>
                </a:solidFill>
                <a:latin typeface="Calibri"/>
              </a:rPr>
              <a:t>•  A fleet shares durable knowledge through one admin hub, per group, with secrets filtered before anything is advertised</a:t>
            </a:r>
            <a:r>
              <a:rPr sz="1700">
                <a:solidFill>
                  <a:srgbClr val="333333"/>
                </a:solidFill>
                <a:latin typeface="Calibri"/>
              </a:rPr>
              <a:t> — and per-person identity is the next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35508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AIForgeCrew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