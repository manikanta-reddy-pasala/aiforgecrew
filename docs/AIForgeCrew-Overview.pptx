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40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1A1A1A"/>
                </a:solidFill>
                <a:latin typeface="Segoe UI"/>
              </a:rPr>
              <a:t>AIForgeCrew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154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Segoe UI"/>
              </a:rPr>
              <a:t>A self-hosted coding-agent platform — how it is built and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767328"/>
            <a:ext cx="1371600" cy="381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Ticket → PR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19 agent roles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Chat agent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109 tools, 3 modes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Memory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files, not a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Fleet sync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groups + redaction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Self-hosted · no telemetry · no database to operate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service. Two ways in. No database to operate.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F4E79"/>
                </a:solidFill>
                <a:latin typeface="Segoe UI"/>
              </a:rPr>
              <a:t>Ticket → PR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a plain-language ticket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becomes a pull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19 specialised agent roles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E6B52"/>
                </a:solidFill>
                <a:latin typeface="Segoe UI"/>
              </a:rPr>
              <a:t>Chat agent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the whole filesystem,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three modes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6432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109 tools, plain-text ReAct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8A5A00"/>
                </a:solidFill>
                <a:latin typeface="Segoe UI"/>
              </a:rPr>
              <a:t>Any endpoint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OpenAI-compatible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is the only requirement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7064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LM Studio · vLLM · cloud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5B3A6E"/>
                </a:solidFill>
                <a:latin typeface="Segoe UI"/>
              </a:rPr>
              <a:t>Memory is files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markdown + one SQLite,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not a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6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greppable, git-diffable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6908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3A3A3A"/>
                </a:solidFill>
                <a:latin typeface="Segoe UI"/>
              </a:rPr>
              <a:t>Runs on a laptop, a NUC, or a container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zero-Docker mode is a first-class deployment, not a degraded one  ·  no GPU, no torch, no Postgres, no Neo4j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465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Python modules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6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~102k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48256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lines in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chat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3168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3168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agent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5624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~4,000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tests, 0 failing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line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packages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databases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897880"/>
            <a:ext cx="10853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measured on main, not estimated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FastAPI process on port 8799. Everything else is a library inside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State on disk: ~/.aiforge/ — agent_config.json · integrations.json · memory/ · work/ · aiforge.db (SQLite)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React UI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Chat · Tickets · Library · Settings · Memory sync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26480" y="1984248"/>
            <a:ext cx="0" cy="22860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221284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FastAPI  ·  port 8799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REST + SSE streaming   ·   approval gate   ·   runtime settings   ·   jobs scheduler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888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Chat agent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ReAct loop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109 tools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888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320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290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ADK pipeline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19 agents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git worktrees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320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752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722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Memory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OKR-DAG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+ SQLite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752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184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9154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Integrations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Jira · GitLab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Confluence · 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2184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4315968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LLM client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rate ceiling  ·  request meter  ·  model registry  ·  automatic cloud escalation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126480" y="4864608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102352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Any OpenAI-compatible endpoint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LM Studio  ·  vLLM  ·  mlx  ·  OpenRouter  ·  cloud 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it is built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Borrow the engine, own the judgement. 186 packages, uv.lock pinned and shipped.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Dropped on purpose: pymongo (imported by nothing) and aider-chat (its RepoMap vendored instead) — 212 -&gt; 186 packages, and no pin pressure.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FastAPI + uvicorn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pydantic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httpx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croniter (jobs)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MODEL ACCESS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openai SDK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litellm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any OpenAI-compatible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vendor tool-calling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PIPELINE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google-adk 2.1.x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SequentialAgent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LoopAgent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git worktrees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MEMORY +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SQLite + sqlite-vec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54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tree-sitter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vendored RepoMap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model2vec embeddings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611880"/>
            <a:ext cx="553212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6B52"/>
                </a:solidFill>
                <a:latin typeface="Segoe UI"/>
              </a:rPr>
              <a:t>The ReAct loop is ours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plain text THOUGHT / ACTION, not vendor function-calling —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so a 4-bit local model drives the same 109 tools a frontier model does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3611880"/>
            <a:ext cx="509320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5B3A6E"/>
                </a:solidFill>
                <a:latin typeface="Segoe UI"/>
              </a:rPr>
              <a:t>ADK drives the 19-role pipeline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SequentialAgent[ Planner, Verifier, LoopAgent[Doer, Feedback], Learner ]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pinned &lt;2.2 — 2.3 added a Workflow validation that rejects the v6 graph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02920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How a library gets in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it earns its place or it goes: sqlite-vec is CORE, not an extra, because without it every memory write hit "no such module: vec0"  ·  aider-chat was dropped and its RepoMap vendored under Apache-2.0, proven by a differential render of 7,640 identical bytes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Integrations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HTTP integration layer. A tool with no credentials is hidden, not broken.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Unconfigured tools return *_not_configured with a hint and drop out of the catalogue — a missing credential never crashes a turn.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278892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AIForgeCrew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runtime/tools + integrations.json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Jira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21 tools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issues · sprints · JQL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74519" y="2350008"/>
            <a:ext cx="4206241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Confluence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14 tools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pages · attachments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80560" y="2350008"/>
            <a:ext cx="160020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9788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GitLab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MRs · pipelines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jobs · files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080760" y="2350008"/>
            <a:ext cx="100584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50392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GitHub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pull requests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60" y="2350008"/>
            <a:ext cx="361188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Email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send · read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874519" y="3703320"/>
            <a:ext cx="4206241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29184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Web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fetch · crawl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browser (no search)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4480560" y="3703320"/>
            <a:ext cx="160020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89788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MCP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any MCP server</a:t>
            </a:r>
          </a:p>
        </p:txBody>
      </p:sp>
      <p:cxnSp>
        <p:nvCxnSpPr>
          <p:cNvPr id="21" name="Connector 20"/>
          <p:cNvCxnSpPr/>
          <p:nvPr/>
        </p:nvCxnSpPr>
        <p:spPr>
          <a:xfrm flipH="1" flipV="1">
            <a:off x="6080760" y="3703320"/>
            <a:ext cx="100584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50392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Local host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shell · LSP · tests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typecheck · IPython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6080760" y="3703320"/>
            <a:ext cx="361188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897880"/>
            <a:ext cx="155448" cy="155448"/>
          </a:xfrm>
          <a:prstGeom prst="roundRect">
            <a:avLst/>
          </a:prstGeom>
          <a:solidFill>
            <a:srgbClr val="DCEEE7"/>
          </a:solidFill>
          <a:ln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work trackers / VCS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37283" y="5897880"/>
            <a:ext cx="155448" cy="155448"/>
          </a:xfrm>
          <a:prstGeom prst="roundRect">
            <a:avLst/>
          </a:prstGeom>
          <a:solidFill>
            <a:srgbClr val="F7ECD5"/>
          </a:solidFill>
          <a:ln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56739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outside world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48609" y="5897880"/>
            <a:ext cx="155448" cy="155448"/>
          </a:xfrm>
          <a:prstGeom prst="roundRect">
            <a:avLst/>
          </a:prstGeom>
          <a:solidFill>
            <a:srgbClr val="EAE1F0"/>
          </a:solidFill>
          <a:ln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68065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extensible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89857" y="5897880"/>
            <a:ext cx="155448" cy="155448"/>
          </a:xfrm>
          <a:prstGeom prst="roundRect">
            <a:avLst/>
          </a:prstGeom>
          <a:solidFill>
            <a:srgbClr val="ECECE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9313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the machine itself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chat works — Simple, Plan,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Three modes, one engine. The mode decides who runs and what may be written.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Plain-text ReAct, so no vendor function-calling is required and any model can drive it. A turn can be stopped and resumed, not restarted.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THE TURN LOOP  (all three modes)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Build context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context_bundle()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59152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42032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Model call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THOUGHT / ACTION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15384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98264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Gate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policy + risk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71616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54496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Run tool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diff shown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27848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10728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Observe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condense if near limit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784080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966960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FINAL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next-step chip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59152"/>
            <a:ext cx="10881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loops until FINAL, the step cap, the turn deadline, or Stop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SIMPLE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agent, full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Single ReAct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Reads and WRITES files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Quick mode caps steps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off by default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1E6B52"/>
                </a:solidFill>
                <a:latin typeface="Segoe UI"/>
              </a:rPr>
              <a:t>Everyday edits, fixes, questions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0832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PLAN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read-only, no writes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0832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Same loop, write tools removed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70832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Produces a plan, not a diff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0832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memory_lookup active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0832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0832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8A5A00"/>
                </a:solidFill>
                <a:latin typeface="Segoe UI"/>
              </a:rPr>
              <a:t>Decide before you spend tokens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55864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TEAM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full 19-agent pipeline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5864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ADK pipeline without a ticket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55864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Fans out to 4 worktrees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55864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SPEC.md, then reconciled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55864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off by default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55864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5B3A6E"/>
                </a:solidFill>
                <a:latin typeface="Segoe UI"/>
              </a:rPr>
              <a:t>Multi-file builds from one ask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623560"/>
            <a:ext cx="10881360" cy="50292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3A3A3A"/>
                </a:solidFill>
                <a:latin typeface="Segoe UI"/>
              </a:rPr>
              <a:t>Team mode = the ticket pipeline with the ticket removed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Triage → Enhancer → Architect → Planner → Verifier → Doer ↔ Refiner ↔ Feedback → Validator → Live-verifier → Learner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happens when you type a 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Two passes, opposite directions — then the loop.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Most messages skip the save step entirely: a cheap keyword pre-check decides, so an ordinary turn costs no extra model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17830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message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1737360"/>
            <a:ext cx="32004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88920" y="1298448"/>
            <a:ext cx="8750808" cy="877824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1.  SAVE   —   anything here worth remembering?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pre-filter (free)  -&gt;  classify  -&gt;  rule | memory | feedback | none  +  scope  -&gt;  store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pure directive with no task?  -&gt;  "Got it, saved."  and the agent never runs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0" y="2176272"/>
            <a:ext cx="0" cy="21945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88920" y="2395728"/>
            <a:ext cx="8750808" cy="8778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2.  GATHER   —   what do I already know that applies?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preferences  ·  rules (glob-matched)  ·  skills + workflows (relevance)  ·  repo map  ·  memory recall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assembled in ONE place, so adding a context source touches one function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0" y="3273552"/>
            <a:ext cx="0" cy="21945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3493008"/>
            <a:ext cx="8750808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3.  THE LOOP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think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3128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53712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pick a tool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18504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safety gate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approve / reject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82712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083296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run it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diff shown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47504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48088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observe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condense if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4846320"/>
            <a:ext cx="8750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repeats until FINAL, the step cap, the turn deadline, or Stop  —  a stopped turn RESUMES, it does not restart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32320" y="5102352"/>
            <a:ext cx="0" cy="21945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788920" y="5321808"/>
            <a:ext cx="8750808" cy="6400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4.  REPLY   +   predicted next step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it ACTS on that prediction only inside the blast-radius table — otherwise it offers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a ticket becomes a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same tools, driven by 19 specialised roles instead of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Context gatherers run in parallel — researcher, repo-map (tree-sitter + PageRank over the AST), conventions.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Triage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Enhancer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9204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7492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Architect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6948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Planner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8116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46404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Verifier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514600"/>
            <a:ext cx="10835640" cy="141732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Build loop  —  up to 4 parallel subtasks, each in its own git worktree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Doer edits  ↔  tests run  ↔  Feedback reads the failures  ↔  Refiner fixes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all building against one SPEC.md written up front, then reconciled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5800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Validator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gates the result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53327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61687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Live-verifier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runs the real recipe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29214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37574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Learner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writes memory 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Pull request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Learner's objectives, key results and learnings are LLM-verified before they are saved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The tool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109 tools in the chat registry; per-agent allowlists in the pipeline.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Two registries on purpose — the chat agent and the pipeline Doer are separate engines; drift between them fails a parity test and a startup 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60934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9332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file_write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0348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file_patch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1364" y="1609344"/>
            <a:ext cx="8503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editor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1484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multi_edit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609344"/>
            <a:ext cx="10058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list_dir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19456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2340864"/>
            <a:ext cx="6949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grep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2340864"/>
            <a:ext cx="6949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find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5384" y="2340864"/>
            <a:ext cx="6172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lsp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42332" y="234086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run_command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234086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run_tests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84364" y="234086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typecheck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77656" y="2340864"/>
            <a:ext cx="8503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format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37776" y="2340864"/>
            <a:ext cx="9281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ipython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75620" y="234086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serve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292608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VCS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3072384"/>
            <a:ext cx="147218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 (targeted)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87952" y="307238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github_pr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81244" y="307238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gitlab MRs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365760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Integrations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06040" y="380390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jira_* (21)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54780" y="3803904"/>
            <a:ext cx="170535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confluence_* (14)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9864" y="3803904"/>
            <a:ext cx="10058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gitlab_*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85432" y="380390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email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67828" y="380390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web fetch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380390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crawl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43516" y="3803904"/>
            <a:ext cx="9281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browser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881360" y="3803904"/>
            <a:ext cx="6172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MCP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38912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Memory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06040" y="453542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memory_lookup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0228" y="4535424"/>
            <a:ext cx="13167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memory_write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36692" y="453542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remember_rule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40880" y="4535424"/>
            <a:ext cx="13167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skill search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120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Long-running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06040" y="526694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watch_until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54780" y="526694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schedule_task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58968" y="526694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serve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41364" y="526694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plan_progress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5532120"/>
            <a:ext cx="10853928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A1A1A"/>
                </a:solidFill>
                <a:latin typeface="Segoe UI"/>
              </a:rPr>
              <a:t>Unconfigured is not broken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tool with no credentials returns *_not_configured plus a hint and is hidden from the catalogue  ·  `aiforge-tool &lt;name&gt; '&lt;json&gt;'` gives scripts the same registry, read-only by default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Rules, skills and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How the agent is taught — and how it teaches itself.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All three are markdown on disk, repo-local overriding global by name. Ships with 3 rules, 4 skills and 1 workflow; the rest you write, or it writes.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RULES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glob-scoped, deterministic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zero LLM cost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.aiforge/rules/*.md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.cursor/rules/*.mdc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.cursorrules  (always)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AGENTS.md  (always)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matched against the ticket's scope globs — in BOTH directions, so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src/** matches src/a/** — then rendered as one capped block into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the planner and doer prompts, replacing a paid LLM gathering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SKILLS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SKILL.md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agentskills.io convention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~/.aiforge/skills/&lt;name&gt;/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&lt;repo&gt;/.aiforge/skills/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0832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&lt;repo&gt;/.claude/skills/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frontmatter + markdown body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searched by RELEVANCE — description and trigger overlap, not a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substring match — so the right skill is discovered rather than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named. write_skill() authors one the moment something hard is solved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WORKFLOWS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WORKFLOW.md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same machinery, own folder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~/.aiforge/workflows/&lt;name&gt;/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&lt;repo&gt;/.aiforge/workflows/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&lt;repo&gt;/.claude/workflows/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55864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end-to-end procedures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1584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skills are small reusable how-tos; workflows are the longer recipe —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"how we cut a release", "how we triage a flaky test". Added by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write_workflow(), or by dropping a file in by hand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49884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ALWAYS-ON CAPTURE  —  runs BEFORE the agent, on every chat message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A1A1A"/>
                </a:solidFill>
                <a:latin typeface="Segoe UI"/>
              </a:rPr>
              <a:t>user message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154680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410712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classify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capped LLM pass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879592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135624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rule | memory</a:t>
            </a:r>
          </a:p>
          <a:p>
            <a:r>
              <a:t>feedback | none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scope, confidence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04504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60536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route + store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repo rules · md_store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memory · in-session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623560"/>
            <a:ext cx="10853928" cy="50292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A gate is NEVER disabled by the classifier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directive stated in passing is captured deterministically instead of hoping the model calls remember_rule — but disabling a commit or delete gate stays a separate, scoped, revocable opt-in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Memory — markdown files, not a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whole store is a folder you can read, grep, diff and delete.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Recall works with nothing installed: keyword + spell-correction by default; semantic KNN is one opt-in flag (static embeddings ~30 MB, sqlite-vec, no torch).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WRITE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capture()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tagged by topic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which agent wrote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1984248"/>
            <a:ext cx="27432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1752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topic brief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LLM dedupe + merge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split on oversize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74920" y="1984248"/>
            <a:ext cx="27432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4924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OKF node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markdown + frontmatter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typed edges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43200"/>
            <a:ext cx="3246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~/.aiforge/memory/okf/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46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objectives/   — why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301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key_results/  — what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1421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learnings/    — 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982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sessions/     — already 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365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+ aiforge.db  (SQLite: FTS, vectors)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3913632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15968" y="2743200"/>
            <a:ext cx="3246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In-memory 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3246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typed frontmatter edges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36301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plain dicts, built at 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01421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no DB server, no daemon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3982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git-diffable, greppable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62088" y="3913632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46136" y="2743200"/>
            <a:ext cx="356616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Surgical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2461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ascend → the objective (why)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93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descend → the key result (what)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4106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constraints + recent activity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28853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raw code chunks demoted 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46360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   curated knowledge outranks RAG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1600200"/>
            <a:ext cx="3858768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3A3A3A"/>
                </a:solidFill>
                <a:latin typeface="Segoe UI"/>
              </a:rPr>
              <a:t>Why it is simpler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vector-DB service to install, tune or back up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inspect with cat and grep  ·  move a machine by copying a folder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Central memory and 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admin hub serves several independent fleets. Only durable knowledge travels.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Spokes initiate in both directions, so only the admin needs a reachable address — laptops behind NAT just work. Unset AIFORGE_ADMIN_URL = this box IS the admin.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Laptop A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71800" y="193852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260604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NUC / server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71800" y="299008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365760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Laptop 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71800" y="404164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11880" y="1554480"/>
            <a:ext cx="2057400" cy="28803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C2F2F"/>
                </a:solidFill>
                <a:latin typeface="Segoe UI"/>
              </a:rPr>
              <a:t>redact</a:t>
            </a:r>
          </a:p>
          <a:p>
            <a:r>
              <a:t>(on the client)</a:t>
            </a:r>
          </a:p>
          <a:p>
            <a:pPr algn="ctr"/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secrets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private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noise</a:t>
            </a:r>
          </a:p>
          <a:p>
            <a:pPr algn="ctr"/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blocks a note WHOLE,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never edits 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0" y="2990088"/>
            <a:ext cx="68580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55080" y="1554480"/>
            <a:ext cx="2377440" cy="12344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F4E79"/>
                </a:solidFill>
                <a:latin typeface="Segoe UI"/>
              </a:rPr>
              <a:t>Admin hub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merges only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never compacts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2788920"/>
            <a:ext cx="0" cy="32004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55080" y="310896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groups/&lt;g&gt;/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peers/  mesh/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okf/  .snapshots/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554480"/>
            <a:ext cx="2331720" cy="28803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Group isolation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ContextVar in the path root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repoints the whole tree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manifests · merges ·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snapshots follow without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knowing groups exist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one fold per 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634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Discovered, not configured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663440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client reads the group list from the admin URL; one group = auto-join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0657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okf/ is unwritable by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065776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any network-driven write below it raises; destination set is provably {peers/, mesh/, okf/.tomb/}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681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Revert is an endpoint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4681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hardlink snapshot before every fold and every pull — and the revert is itself revertible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704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Ordering is a per-node counter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870448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not a timestamp: a clock-based last-writer-wins hands every conflict to the worst clock in the fleet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Context, cost and long-running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three things that break an agent in production, each with a rail.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0 = no limit is the shipped default for the budgets; the rate ceiling is always on because a 429 is not a budget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condense when near the limit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assembly seam: context_bundle()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compaction runs once a day, 18:00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Cave mode trims for small models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7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Cost and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7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sliding-window rpm ceiling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7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monotonic clock, never starts full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7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request meter in the toolbar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7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structured path obeys it too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7574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Long-running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4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turn extends its own runaway cap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7574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progress = new reads + edits + tree change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4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watch_until · schedule_task · serve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7574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stopped turn resumes, not restarts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160520"/>
            <a:ext cx="10853928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The trap each rail exists for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a token-bucket that starts full delivers 2N in the first minute  ·  a boot-time fold leaked compaction into the working day  ·  "distinct tool args" counted a retry as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12064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Escalation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the LLM client carries a model registry and escalates to a cloud model only when the local one has actually failed the step — not on a timer, and never silently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Safety 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Autonomy is a table over blast radius, not a confidence threshold.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A high-confidence prediction never buys its way up a tier: tier 3 never acts, at any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TIER 1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reversible, local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481328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acts on its 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81328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read a file · grep · run tests · typecheck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88336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TIER 2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writes inside the workspace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2688336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acts, shows the diff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688336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edit a file · run a command · git add -p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95344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C2F2F"/>
                </a:solidFill>
                <a:latin typeface="Segoe UI"/>
              </a:rPr>
              <a:t>TIER 3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outside, or hard to undo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895344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C2F2F"/>
                </a:solidFill>
                <a:latin typeface="Segoe UI"/>
              </a:rPr>
              <a:t>OFFERS — never acts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895344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push · deploy · delete · post to Jira / Confluence / email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166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Every write shows a diff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51663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risky commands pause for Approve / Reject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166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`git add -A` is refused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1663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blanket staging is never what was meant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504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DELETE has its own floor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5504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the delete guard fires even with approvals 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5504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Workspace jail on by default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5504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AIFORGE_WORKSPACE_DIR clamps file and exec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Five ways an agent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control each. Every one of them is a refusal, not a warning.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Detail on the next slide. Switches: AIFORGE_TOOL_POLICY · AIFORGE_UNATTENDED_DANGEROUS · AIFORGE_SANDBOX_REQUIRED · AIFORGE_EGRESS_OFF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246120" cy="786384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It calls a tool we never gave 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810512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24528" y="1417320"/>
            <a:ext cx="3703320" cy="78638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Per-agent allowlist, applied where tools are wired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1636776"/>
            <a:ext cx="3319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It never receives the schema · 9 of 19 roles get zero tools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(the Doer runs unfiltered by design — its list documents intent)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350008"/>
            <a:ext cx="3246120" cy="786384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It invents a tool that does not exist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2743200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24528" y="2350008"/>
            <a:ext cx="3703320" cy="78638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Closed dispatch table + phantom-tool 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569464"/>
            <a:ext cx="3319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"unknown tool" — no fall-through, and the run survives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82696"/>
            <a:ext cx="3246120" cy="786384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A shell command wrecks something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31920" y="3675888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24528" y="3282696"/>
            <a:ext cx="3703320" cy="78638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Risk classifier on every command-carrying 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502152"/>
            <a:ext cx="3319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dangerous refused · caution asks · obfuscation normalised first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215384"/>
            <a:ext cx="3246120" cy="786384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A notebook cell does whatever it likes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31920" y="4608576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24528" y="4215384"/>
            <a:ext cx="3703320" cy="78638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The cell's own shell calls are read and classified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434840"/>
            <a:ext cx="3319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!cmd · os.system · subprocess — approval-gated by default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148072"/>
            <a:ext cx="3246120" cy="786384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Our data gets posted or uploaded somewhere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31920" y="5541264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224528" y="5148072"/>
            <a:ext cx="3703320" cy="78638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50" b="0">
                <a:solidFill>
                  <a:srgbClr val="1A1A1A"/>
                </a:solidFill>
                <a:latin typeface="Segoe UI"/>
              </a:rPr>
              <a:t>Default-deny host list, and reading is not writing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5367528"/>
            <a:ext cx="3319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uploads have their own switch · no human, no external write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6172200"/>
            <a:ext cx="155448" cy="155448"/>
          </a:xfrm>
          <a:prstGeom prst="roundRect">
            <a:avLst/>
          </a:prstGeom>
          <a:solidFill>
            <a:srgbClr val="F7DFDF"/>
          </a:solidFill>
          <a:ln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615391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the worry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70355" y="6172200"/>
            <a:ext cx="155448" cy="155448"/>
          </a:xfrm>
          <a:prstGeom prst="roundRect">
            <a:avLst/>
          </a:prstGeom>
          <a:solidFill>
            <a:srgbClr val="DCEEE7"/>
          </a:solidFill>
          <a:ln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89811" y="615391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the control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68295" y="6172200"/>
            <a:ext cx="155448" cy="155448"/>
          </a:xfrm>
          <a:prstGeom prst="roundRect">
            <a:avLst/>
          </a:prstGeom>
          <a:solidFill>
            <a:srgbClr val="FFFFFF"/>
          </a:solidFill>
          <a:ln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87751" y="615391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how you can tell it is real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one tool call passes 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Four gates. A call that fails any of them comes back as a refusal the model can read.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Not covered, and said so: run_command and a notebook cell open sockets themselves — curl in a shell never passes through the egress module. That line is an OS firewall.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1783080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The model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asks for a tool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1984248"/>
            <a:ext cx="32004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88920" y="1554480"/>
            <a:ext cx="1965960" cy="86868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1 · In this role's list?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agents.yaml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67328" y="2423160"/>
            <a:ext cx="0" cy="45720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697480" y="2880360"/>
            <a:ext cx="2148840" cy="8229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8C2F2F"/>
                </a:solidFill>
                <a:latin typeface="Segoe UI"/>
              </a:rPr>
              <a:t>refused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schema was ever offered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54880" y="1984248"/>
            <a:ext cx="32004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74920" y="1554480"/>
            <a:ext cx="196596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2 · Policy for this tool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allow · ask · deny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53328" y="2423160"/>
            <a:ext cx="0" cy="45720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983480" y="2880360"/>
            <a:ext cx="2148840" cy="8229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8C2F2F"/>
                </a:solidFill>
                <a:latin typeface="Segoe UI"/>
              </a:rPr>
              <a:t>refused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deny is a hard refusal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40880" y="1984248"/>
            <a:ext cx="32004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60920" y="1554480"/>
            <a:ext cx="196596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3 · How risky is it?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command + cell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39328" y="2423160"/>
            <a:ext cx="0" cy="45720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269480" y="2880360"/>
            <a:ext cx="2148840" cy="8229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8C2F2F"/>
                </a:solidFill>
                <a:latin typeface="Segoe UI"/>
              </a:rPr>
              <a:t>refused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dangerous: refused, not asked,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when nobody can approve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26880" y="1984248"/>
            <a:ext cx="32004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46920" y="1554480"/>
            <a:ext cx="196596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4 · May it leave the box?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egress allowlist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625328" y="2423160"/>
            <a:ext cx="0" cy="45720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55480" y="2880360"/>
            <a:ext cx="2148840" cy="8229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8C2F2F"/>
                </a:solidFill>
                <a:latin typeface="Segoe UI"/>
              </a:rPr>
              <a:t>refused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default deny · read ≠ write ·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uploads switched separately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977639"/>
            <a:ext cx="10817352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Floors underneath, which no toggle lowers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delete guard fires with approvals off · git add -A is refused · writes stay inside the ticket's scope · the workspace jail clamps the file tools (a shell can still cd out of it) · a REQUIRED sandbox refuses to fall back to the host, kernel included.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07492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>
                <a:solidFill>
                  <a:srgbClr val="3A3A3A"/>
                </a:solidFill>
                <a:latin typeface="Segoe UI"/>
              </a:rPr>
              <a:t>92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tools in the registry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29000" y="507492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>
                <a:solidFill>
                  <a:srgbClr val="3A3A3A"/>
                </a:solidFill>
                <a:latin typeface="Segoe UI"/>
              </a:rPr>
              <a:t>19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agent roles, each with its own list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507492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>
                <a:solidFill>
                  <a:srgbClr val="3A3A3A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tools for 9 of those roles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507492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>
                <a:solidFill>
                  <a:srgbClr val="3A3A3A"/>
                </a:solidFill>
                <a:latin typeface="Segoe UI"/>
              </a:rPr>
              <a:t>20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write tools that ask before they post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Security and supply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No telemetry. Nothing leaves the machine unless you point it somewhere.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Stated plainly: by default the chat agent has full, unsandboxed shell access on the host. The workspace jail guards file tools, not arbitrary shell — run untrusted work in container mode.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SCANNED AND TRIAGED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Sonar bugs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32888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Trivy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8A5A00"/>
                </a:solidFill>
                <a:latin typeface="Segoe UI"/>
              </a:rPr>
              <a:t>9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vulns — 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documented TLS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opt-outs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3A3A3A"/>
                </a:solidFill>
                <a:latin typeface="Segoe UI"/>
              </a:rPr>
              <a:t>186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dependency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packages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86%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line coverage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~4,000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21240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≤15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cognitive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complexity, every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function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CI SCAN PIPELINE  (.gitlab-ci.yml)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5468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build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uv sync --frozen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uv.lock decides versions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88920" y="358444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154680" y="315468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sonar/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coverage.xml · junit.xml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web/src included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416052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blackduck/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pinned requirements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CycloneDX SBOM · wheels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88920" y="3584448"/>
            <a:ext cx="365760" cy="100584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257800" y="358444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623560" y="315468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SonarQube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scanner-cli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GIT_DEPTH 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57800" y="459028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623560" y="416052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Black Duck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detect10.sh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ships SHIPPED pins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154680"/>
            <a:ext cx="352044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Data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3566160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Telemetry: none, and none in the 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3803904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Prompts go only to YOUR endpoint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041648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At rest: ~/.aiforge/ — delete it, it is gone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279392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Loopback by default; loud warning if not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4517136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SSRF guard on fetch and crawl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4754880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Workspace jail on by default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230368"/>
            <a:ext cx="10853928" cy="54864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A5A00"/>
                </a:solidFill>
                <a:latin typeface="Segoe UI"/>
              </a:rPr>
              <a:t>The 9 vulnerabilities are decisions, not debt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TLS verification is disabled only per endpoint, opt-in, for self-signed internal hosts (Jira / Confluence / GitLab) — each one individually triaged and documented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Where it differs from the other agent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It adopts their formats rather than replacing them — then adds the two things none of them do.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Named comparisons are the ones the codebase itself cites: the SKILL.md gaps vs Hermes Agent / OpenClaw, and Cursor's glob-scoped rule format.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89888"/>
            <a:ext cx="10853928" cy="71323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6B52"/>
                </a:solidFill>
                <a:latin typeface="Segoe UI"/>
              </a:rPr>
              <a:t>Reads what your repo already has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.cursor/rules/*.mdc  ·  .cursorrules  ·  AGENTS.md  ·  SKILL.md (agentskills.io)  —  no migration, no lock-in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67712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957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Ticket → PR AND 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3957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one or the other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39572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one service does both, on the same tool registry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798064"/>
            <a:ext cx="108539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260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Model requirement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9260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vendor function-calling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92608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plain-text ReAct — a 4-bit local model drives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328416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Memory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4564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 vector DB to install, tune, back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456432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markdown + one SQLite file; grep it, delete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858768"/>
            <a:ext cx="108539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9867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Skill 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39867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trigger substring 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98678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searched by RELEVANCE, so the right one is found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389120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171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Gets better 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451713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you write the prompts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517136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write_skill() / write_workflow() — it authors its own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919472"/>
            <a:ext cx="108539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474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Across machines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50474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per-machine, or a vendor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04748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fleet sync: groups, redaction, snapshot + revert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449824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778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Telemetry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55778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 by default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557784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none, and none in the 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20116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B6B"/>
                </a:solidFill>
                <a:latin typeface="Segoe UI"/>
              </a:rPr>
              <a:t>typical agent tool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011680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4E79"/>
                </a:solidFill>
                <a:latin typeface="Segoe UI"/>
              </a:rPr>
              <a:t>AIForgeCrew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Compared with the usual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 operational burden a vector-database stack adds, removed.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141732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B6B6B"/>
                </a:solidFill>
                <a:latin typeface="Segoe UI"/>
              </a:rPr>
              <a:t>Typical agent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1732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AIForgeCrew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3852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938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vector DB service to install, tune, back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93852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markdown files + one SQLite under ~/.aiforge/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86584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42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54203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query the DB, decode embeddings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54203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cat · grep · an editor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990088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4553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3145536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opaque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145536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git-diffable; hardlink snapshots + revert endpoint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593592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4904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Move a 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749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dump and restore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7490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copy a folder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197096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5254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Delete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35254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hope the rows are gone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352544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delete the folder — there is no second copy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800600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95604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495604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vendor function-calling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95604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plain-text ReAct — any model drives 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404104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5955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Telemetry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5559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 by default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555955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none, and none in the lock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to deploy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Zero-Docker is a first-class mode, not a degraded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One service, one port, one folder of state. Moving a machine is copying ~/.aiforge/.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E6B52"/>
                </a:solidFill>
                <a:latin typeface="Segoe UI"/>
              </a:rPr>
              <a:t>Laptop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./run.sh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everything local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unset admin URL = you are the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7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F4E79"/>
                </a:solidFill>
                <a:latin typeface="Segoe UI"/>
              </a:rPr>
              <a:t>NUC / server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systemd user unit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always-on admin hub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spokes sync to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7574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5B3A6E"/>
                </a:solidFill>
                <a:latin typeface="Segoe UI"/>
              </a:rPr>
              <a:t>Container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docker compose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for untrusted work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the jail you actually want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1188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Requires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Python 3.12  ·  one OpenAI-compatible endpoint  ·  no GPU, no torch, no Postgres, no Neo4j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89120"/>
            <a:ext cx="10835640" cy="12344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Kept honest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~4,000 tests, 0 failing  ·  86% line coverage  ·  Sonar 0 bugs, every function under cognitive complexity 15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chat and pipeline tool registries are parity-tested  ·  uv.lock pinned and shipped  ·  CycloneDX SBOM in CI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In one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One process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FastAPI on 8799; every engine is a library inside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Two ways in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a ticket becomes a PR, or you chat with the filesystem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7180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Three chat modes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Simple writes, Plan is read-only, Team is the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7180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Memory is a folder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markdown + one SQLite; grep it, diff it, delete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38912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One admin merges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spokes compact locally; redaction runs before a note is advertised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38912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C2F2F"/>
                </a:solidFill>
                <a:latin typeface="Segoe UI"/>
              </a:rPr>
              <a:t>Nothing phones home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no telemetry; prompts go only to the endpoint you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70448"/>
            <a:ext cx="10853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Segoe UI"/>
              </a:rPr>
              <a:t>Self-hosted · no database to operate · ~4,000 tests, 0 failing · 86% coverage · Sonar 0 bugs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