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A1A1A"/>
                </a:solidFill>
                <a:latin typeface="Segoe U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Segoe UI"/>
              </a:rPr>
              <a:t>A self-hosted coding-agent platform — how it is built and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67328"/>
            <a:ext cx="1371600" cy="381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tools, 3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files, not a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Fleet sync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groups + redaction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Self-hosted · no telemetry · no database to operate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service. Two ways in.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plain-language ticket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becomes a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 specialised agent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the whole filesystem,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three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109 tools, plain-text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8A5A00"/>
                </a:solidFill>
                <a:latin typeface="Segoe UI"/>
              </a:rPr>
              <a:t>Any endpoint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OpenAI-compatible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is the only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LM Studio · vLLM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5B3A6E"/>
                </a:solidFill>
                <a:latin typeface="Segoe UI"/>
              </a:rPr>
              <a:t>Memory is files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not a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greppable, git-diffable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3A3A3A"/>
                </a:solidFill>
                <a:latin typeface="Segoe UI"/>
              </a:rPr>
              <a:t>Runs on a laptop, a NUC, or a container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zero-Docker mode is a first-class deployment, not a degraded one  ·  no GPU, no torch, no Postgres, no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465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Python modules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~102k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825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lines in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chat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tests, 0 failing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97880"/>
            <a:ext cx="10853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measured on main, not estimated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FastAPI process on port 8799. Everything else is a library inside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 on disk: ~/.aiforge/ — agent_config.json · integrations.json · memory/ · work/ · aiforge.db (SQLite)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React UI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· Tickets · Library · Settings · Memory sync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984248"/>
            <a:ext cx="0" cy="22860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2128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FastAPI  ·  port 8799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REST + SSE streaming   ·   approval gate   ·   runtime settings   ·   jobs scheduler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888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ReAct loop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88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320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ADK pipeline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20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752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OKR-DAG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+ SQLite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52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184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154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Integrations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· 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Confluence · 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84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315968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rate ceiling  ·  request meter  ·  model registry  ·  automatic cloud escalation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0" y="4864608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102352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 ·  vLLM  ·  mlx  ·  OpenRouter  ·  cloud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HTTP integration layer. A tool with no credentials is hidden, not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Unconfigured tools return *_not_configured with a hint and drop out of the catalogue — a missing credential never crashes a 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AIForgeCrew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runtime/tools + integrations.json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Jira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21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issues · sprints · JQL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350008"/>
            <a:ext cx="4206241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Confluence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14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pages · attachments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350008"/>
            <a:ext cx="160020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9788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MRs ·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jobs · files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80760" y="2350008"/>
            <a:ext cx="100584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392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pull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2350008"/>
            <a:ext cx="361188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Email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send · read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4519" y="3703320"/>
            <a:ext cx="4206241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29184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Web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search · fetch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crawl · browser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3703320"/>
            <a:ext cx="160020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9788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MCP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any MCP server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6080760" y="3703320"/>
            <a:ext cx="100584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0392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Local host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shell · LSP · tests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typecheck · IPython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0760" y="3703320"/>
            <a:ext cx="361188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89788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work trackers / VCS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37283" y="5897880"/>
            <a:ext cx="155448" cy="155448"/>
          </a:xfrm>
          <a:prstGeom prst="roundRect">
            <a:avLst/>
          </a:prstGeom>
          <a:solidFill>
            <a:srgbClr val="F7ECD5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6739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outside world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8609" y="5897880"/>
            <a:ext cx="155448" cy="155448"/>
          </a:xfrm>
          <a:prstGeom prst="roundRect">
            <a:avLst/>
          </a:prstGeom>
          <a:solidFill>
            <a:srgbClr val="EAE1F0"/>
          </a:solidFill>
          <a:ln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8065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extensible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89857" y="5897880"/>
            <a:ext cx="155448" cy="155448"/>
          </a:xfrm>
          <a:prstGeom prst="roundRect">
            <a:avLst/>
          </a:prstGeom>
          <a:solidFill>
            <a:srgbClr val="ECECE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9313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machine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chat works — Simple, Plan,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Three modes, one engine. The mode decides who runs and what may be written.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Plain-text ReAct, so no vendor function-calling is required and any model can drive it. A turn can be stopped and resumed, not restarted.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THE TURN LOOP  (all three modes)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Build context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context_bundle()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9152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42032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Model call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THOUGHT / 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15384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98264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policy + risk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Run tool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7848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8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condense if near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84080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6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FINAL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next-step chip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591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loops until FINAL, the step cap, the turn deadline, or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SIMPLE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agent, full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Single ReAct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Reads and WRITES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Quick mode caps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1E6B52"/>
                </a:solidFill>
                <a:latin typeface="Segoe UI"/>
              </a:rPr>
              <a:t>Everyday edits, fixes,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PLAN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read-only, no writes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Same loop, write tools removed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Produces a plan, not a diff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memory_lookup 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0832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8A5A00"/>
                </a:solidFill>
                <a:latin typeface="Segoe UI"/>
              </a:rPr>
              <a:t>Decide before you spend tokens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TEAM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full 19-agent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ADK pipeline without a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5864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Fans out to 4 worktrees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5864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SPEC.md, then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5864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5B3A6E"/>
                </a:solidFill>
                <a:latin typeface="Segoe UI"/>
              </a:rPr>
              <a:t>Multi-file builds from one 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23560"/>
            <a:ext cx="10881360" cy="50292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Team mode = the ticket pipeline with the ticket removed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Doer ↔ Refiner ↔ Feedback → Validator → Live-verifier → Learner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a ticket becomes a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same tools, driven by 19 specialised roles instead of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Context gatherers run in parallel — researcher, repo-map (tree-sitter + PageRank over the AST),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204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6948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46404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14600"/>
            <a:ext cx="10835640" cy="14173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 —  up to 4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all building against one SPEC.md written up front, then reconciled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7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1687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29214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37574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Pull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Learner's objectives, key results and learnings are LLM-verified before they are saved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tool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109 tools in the chat registry; per-agent allowlists in the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Two registries on purpose — the chat agent and the pipeline Doer are separate engines; drift between them fails a parity test and a startup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0934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9332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0348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1364" y="160934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editor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1484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multi_edit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60934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list_dir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grep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34086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lsp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2" y="234086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4364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typecheck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77656" y="234086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format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34086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ipython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5620" y="234086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serve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2608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VCS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072384"/>
            <a:ext cx="14721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 (targeted)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7952" y="307238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github_pr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1244" y="307238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gitlab MRs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65760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Integrations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80390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jira_* (21)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4780" y="3803904"/>
            <a:ext cx="170535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confluence_* (14)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9864" y="380390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gitlab_*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5432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email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67828" y="380390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web_search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38844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crawl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380390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59084" y="380390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MCP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8912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Memory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6040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memory_lookup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0228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memory_write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remember_rule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 search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20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Long-running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26694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watch_until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54780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schedule_task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968" y="526694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serve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41364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plan_progress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532120"/>
            <a:ext cx="10853928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A1A1A"/>
                </a:solidFill>
                <a:latin typeface="Segoe UI"/>
              </a:rPr>
              <a:t>Unconfigured is not broken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tool with no credentials returns *_not_configured plus a hint and is hidden from the catalogue  ·  `aiforge-tool &lt;name&gt; '&lt;json&gt;'` gives scripts the same registry, read-only by default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Rules, skills and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How the agent is taught — and how it teaches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All three are markdown on disk, repo-local overriding global by name. Ships with 3 rules, 4 skills and 1 workflow; the rest you write, or it 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RULES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glob-scoped, deterministic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zero LLM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.aiforge/rules/*.md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.cursor/rules/*.mdc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.cursorrules  (always)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AGENTS.md  (always)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matched against the ticket's scope globs — in BOTH directions, so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src/** matches src/a/** — then rendered as one capped block into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the planner and doer prompts, replacing a paid LLM gathering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SKILLS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SKILL.md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agentskills.io convention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~/.aiforge/skills/&lt;name&gt;/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&lt;repo&gt;/.aiforge/skills/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&lt;repo&gt;/.claude/skills/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frontmatter + markdown body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searched by RELEVANCE — description and trigger overlap, not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substring match — so the right skill is discovered rather than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named. write_skill() authors one the moment something hard is solved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WORKFLOWS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WORKFLOW.md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same machinery, own folder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~/.aiforge/workflows/&lt;name&gt;/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&lt;repo&gt;/.aiforge/workflows/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&lt;repo&gt;/.claude/workflows/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5864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end-to-end 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4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skills are small reusable how-tos; workflows are the longer recipe —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"how we cut a release", "how we triage a flaky test". Added by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write_workflow(), or by dropping a file in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988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ALWAYS-ON CAPTURE  —  runs BEFORE the agent, on every chat message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user message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54680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410712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classify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capped LLM pass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79592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35624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rule | memory</a:t>
            </a:r>
          </a:p>
          <a:p>
            <a:r>
              <a:t>feedback | none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scope, confidence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04504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60536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route + 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repo rules · md_store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memory · in-session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623560"/>
            <a:ext cx="10853928" cy="50292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A gate is NEVER disabled by the classifier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directive stated in passing is captured deterministically instead of hoping the model calls remember_rule — but disabling a commit or delete gate stays a separate, scoped, revocable opt-in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Memory — markdown files, not a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whole store is a folder you can read, grep, diff and delete.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Recall works with nothing installed: keyword + spell-correction by default; semantic KNN is one opt-in flag (static embeddings ~30 MB, sqlite-vec, no torch).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WRITE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capture()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tagged by topic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which agent wrote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topic brief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LLM dedupe + merge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split on oversize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924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OKF node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frontmatter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typed edges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~/.aiforge/memory/okf/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objectives/   —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key_results/  —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learnings/    — 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sessions/     — already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+ aiforge.db  (SQLite: FTS, vectors)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8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In-memory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typed frontmatter edges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plain dicts, built at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no DB server, no daemon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git-diffable, greppable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62088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46136" y="2743200"/>
            <a:ext cx="356616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Surgical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ascend → the objective (why)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93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descend → the key result (what)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410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constraints + recent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2885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raw code chunks demoted 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636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   curated knowledge outranks RAG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600200"/>
            <a:ext cx="385876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Why it is simpler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vector-DB service to install, tune or back up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inspect with cat and grep  ·  move a machine by copying a folder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Central memory and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admin hub serves several independent fleets. Only durable knowledge travels.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Spokes initiate in both directions, so only the admin needs a reachable address — laptops behind NAT just work. Unset AIFORGE_ADMIN_URL = this box IS the 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93852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60604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NUC / server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99008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65760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404164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554480"/>
            <a:ext cx="2057400" cy="28803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redact</a:t>
            </a:r>
          </a:p>
          <a:p>
            <a:r>
              <a:t>(on the client)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secrets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private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noise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blocks a note WHOLE,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0" y="2990088"/>
            <a:ext cx="68580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554480"/>
            <a:ext cx="2377440" cy="12344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Admin 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merges only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compacts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2788920"/>
            <a:ext cx="0" cy="3200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80" y="310896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groups/&lt;g&gt;/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peers/  mesh/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okf/  .snapshots/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331720" cy="2880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Group isolation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ContextVar in the path root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repoints the whole tree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manifests · merges ·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snapshots follow without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knowing groups exist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one fold per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Discovered, not configured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63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client reads the group list from the admin URL; one group = auto-join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okf/ is unwritable by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65776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any network-driven write below it raises; destination set is provably {peers/, mesh/, okf/.tomb/}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Revert is an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4681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hardlink snapshot before every fold and every pull — and the revert is itself revertible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70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Ordering is a per-node counter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87044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not a timestamp: a clock-based last-writer-wins hands every conflict to the worst clock in the fleet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Context, cost and long-running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things that break an agent in production, each with a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0 = no limit is the shipped default for the budgets; the rate ceiling is always on because a 429 is not a budget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condense when near the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assembly seam: context_bundle()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compaction runs once a day, 18:00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Cave mode trims for small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7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Cost and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7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sliding-window rpm ceiling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7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monotonic clock, never starts full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7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request meter in the toolbar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7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structured path obeys it too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4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Long-running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4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turn extends its own runaway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4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progress = new reads + edits + tree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4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watch_until · schedule_task · serve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4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stopped turn resumes, not restarts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5392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The trap each rail exists for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 token-bucket that starts full delivers 2N in the first minute  ·  a boot-time fold leaked compaction into the working day  ·  "distinct tool args" counted a retry as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2064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Escalation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LLM client carries a model registry and escalates to a cloud model only when the local one has actually failed the step — not on a timer, and never silently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Safety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Autonomy is a table over blast radius, not a confidence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 high-confidence prediction never buys its way up a tier: tier 3 never acts, at any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TIER 1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reversible,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481328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acts on its 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81328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read a file · grep · run tests · typecheck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8336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TIER 2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writes inside the workspace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688336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acts, shows the diff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88336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edit a file · run a command · git add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95344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TIER 3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outside, or hard to undo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895344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OFFERS — never 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895344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push · deploy · delete · post to Jira / Confluence / 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Every write shows a diff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risky commands pause for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`git add -A` is refused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blanket staging is never what was meant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DELETE has its own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delete guard fires even with approvals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AIFORGE_WORKSPACE_DIR clamps file and exec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and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No telemetry. Nothing leaves the machine unless you point it somewhere.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Stated plainly: by default the chat agent has full, unsandboxed shell access on the host. The workspace jail guards file tools, not arbitrary shell — run untrusted work in container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SCANNED AND TRIAGED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Sonar bugs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Trivy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8A5A00"/>
                </a:solidFill>
                <a:latin typeface="Segoe UI"/>
              </a:rPr>
              <a:t>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vulns —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documented TLS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opt-outs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3A3A3A"/>
                </a:solidFill>
                <a:latin typeface="Segoe UI"/>
              </a:rPr>
              <a:t>186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dependency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86%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line coverage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~4,000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≤15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cognitive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complexity, every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CI SCAN PIPELINE  (.gitlab-ci.yml)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build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 sync --frozen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uv.lock decides versions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coverage.xml · junit.xml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web/src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416052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blackduck/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pinned requirements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CycloneDX SBOM · wheels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88920" y="3584448"/>
            <a:ext cx="365760" cy="10058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5780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23560" y="31546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SonarQube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scanner-cli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GIT_DEPTH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459028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3560" y="416052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 Duck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detect10.sh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ships SHIPPED pins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54680"/>
            <a:ext cx="35204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Data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6616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Telemetry: none, and none in the 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803904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Prompts go only to YOUR 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At rest: ~/.aiforge/ — delete it, it is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279392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Loopback by default; loud warning if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517136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SSRF guard on fetch and crawl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75488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30368"/>
            <a:ext cx="10853928" cy="54864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The 9 vulnerabilities are decisions, not debt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TLS verification is disabled only per endpoint, opt-in, for self-signed internal hosts (Jira / Confluence / GitLab) — each one individually triaged and documented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operational burden a vector-database stack adds, removed.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1732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Typical agent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1732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38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vector DB service to install, tune, back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38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+ one SQLite under ~/.aiforge/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86584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420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DB, decode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54203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 · grep · an editor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0088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455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455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hardlink snapshots + revert 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93592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49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749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97096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525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3525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35254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 — there is no second copy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560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560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5604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ReAct — any model drives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04104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595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5559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55955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none in the lock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to deploy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Zero-Docker is a first-class mode, not a degraded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One service, one port, one folder of state. Moving a machine is copying ~/.aiforge/.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E6B52"/>
                </a:solidFill>
                <a:latin typeface="Segoe UI"/>
              </a:rPr>
              <a:t>Laptop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./run.sh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everything local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unset admin URL = you are the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7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F4E79"/>
                </a:solidFill>
                <a:latin typeface="Segoe UI"/>
              </a:rPr>
              <a:t>NUC / server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systemd user unit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always-on admin hub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spokes sync to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7574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5B3A6E"/>
                </a:solidFill>
                <a:latin typeface="Segoe UI"/>
              </a:rPr>
              <a:t>Container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docker compose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for untrusted work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jail you actually want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Requires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Python 3.12  ·  one OpenAI-compatible endpoint  ·  no GPU, no torch, no Postgres, no Neo4j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89120"/>
            <a:ext cx="10835640" cy="12344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Kept honest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~4,000 tests, 0 failing  ·  86% line coverage  ·  Sonar 0 bugs, every function under cognitive complexity 15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chat and pipeline tool registries are parity-tested  ·  uv.lock pinned and shipped  ·  CycloneDX SBOM in CI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One process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FastAPI on 8799; every engine is a library inside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Two ways in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ticket becomes a PR, or you chat with the filesystem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Three chat modes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Simple writes, Plan is read-only, Team is 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Memory is a folder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SQLite; grep it, diff it, delete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One admin merges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spokes compact locally; redaction runs before a note is advertised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Nothing phones home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 telemetry; prompts go only to the endpoint you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853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Segoe UI"/>
              </a:rPr>
              <a:t>Self-hosted · no database to operate · ~4,000 tests, 0 failing · 86% coverage · Sonar 0 bugs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